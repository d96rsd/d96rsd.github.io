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53"/>
  </p:notesMasterIdLst>
  <p:sldIdLst>
    <p:sldId id="256" r:id="rId2"/>
    <p:sldId id="257" r:id="rId3"/>
    <p:sldId id="287" r:id="rId4"/>
    <p:sldId id="288" r:id="rId5"/>
    <p:sldId id="280" r:id="rId6"/>
    <p:sldId id="289" r:id="rId7"/>
    <p:sldId id="290" r:id="rId8"/>
    <p:sldId id="291" r:id="rId9"/>
    <p:sldId id="293" r:id="rId10"/>
    <p:sldId id="292" r:id="rId11"/>
    <p:sldId id="294" r:id="rId12"/>
    <p:sldId id="333" r:id="rId13"/>
    <p:sldId id="334" r:id="rId14"/>
    <p:sldId id="320" r:id="rId15"/>
    <p:sldId id="321" r:id="rId16"/>
    <p:sldId id="322" r:id="rId17"/>
    <p:sldId id="323" r:id="rId18"/>
    <p:sldId id="324" r:id="rId19"/>
    <p:sldId id="325" r:id="rId20"/>
    <p:sldId id="326" r:id="rId21"/>
    <p:sldId id="327" r:id="rId22"/>
    <p:sldId id="328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3" r:id="rId31"/>
    <p:sldId id="304" r:id="rId32"/>
    <p:sldId id="305" r:id="rId33"/>
    <p:sldId id="306" r:id="rId34"/>
    <p:sldId id="307" r:id="rId35"/>
    <p:sldId id="308" r:id="rId36"/>
    <p:sldId id="309" r:id="rId37"/>
    <p:sldId id="310" r:id="rId38"/>
    <p:sldId id="311" r:id="rId39"/>
    <p:sldId id="312" r:id="rId40"/>
    <p:sldId id="313" r:id="rId41"/>
    <p:sldId id="314" r:id="rId42"/>
    <p:sldId id="315" r:id="rId43"/>
    <p:sldId id="319" r:id="rId44"/>
    <p:sldId id="329" r:id="rId45"/>
    <p:sldId id="332" r:id="rId46"/>
    <p:sldId id="335" r:id="rId47"/>
    <p:sldId id="336" r:id="rId48"/>
    <p:sldId id="337" r:id="rId49"/>
    <p:sldId id="338" r:id="rId50"/>
    <p:sldId id="339" r:id="rId51"/>
    <p:sldId id="279" r:id="rId52"/>
  </p:sldIdLst>
  <p:sldSz cx="9144000" cy="5143500" type="screen16x9"/>
  <p:notesSz cx="6858000" cy="9144000"/>
  <p:embeddedFontLst>
    <p:embeddedFont>
      <p:font typeface="Georgia Pro Light" charset="0"/>
      <p:regular r:id="rId54"/>
    </p:embeddedFont>
    <p:embeddedFont>
      <p:font typeface="Carlito" charset="0"/>
      <p:regular r:id="rId55"/>
    </p:embeddedFont>
    <p:embeddedFont>
      <p:font typeface="Nyutro Sans Heavy" charset="0"/>
      <p:regular r:id="rId56"/>
    </p:embeddedFont>
    <p:embeddedFont>
      <p:font typeface="Barlow Semi Condensed" charset="0"/>
      <p:regular r:id="rId57"/>
      <p:bold r:id="rId58"/>
      <p:italic r:id="rId59"/>
      <p:boldItalic r:id="rId60"/>
    </p:embeddedFont>
    <p:embeddedFont>
      <p:font typeface="DM Sans" charset="0"/>
      <p:regular r:id="rId61"/>
      <p:bold r:id="rId62"/>
      <p:italic r:id="rId63"/>
      <p:boldItalic r:id="rId64"/>
    </p:embeddedFont>
    <p:embeddedFont>
      <p:font typeface="DM Sans Bold" charset="0"/>
      <p:regular r:id="rId65"/>
    </p:embeddedFont>
    <p:embeddedFont>
      <p:font typeface="Radley" charset="0"/>
      <p:regular r:id="rId66"/>
    </p:embeddedFont>
    <p:embeddedFont>
      <p:font typeface="Staatliches" charset="0"/>
      <p:regular r:id="rId67"/>
    </p:embeddedFont>
    <p:embeddedFont>
      <p:font typeface="Roboto Medium" pitchFamily="2" charset="0"/>
      <p:regular r:id="rId68"/>
    </p:embeddedFont>
    <p:embeddedFont>
      <p:font typeface="Nyutro Sans" charset="0"/>
      <p:regular r:id="rId69"/>
    </p:embeddedFont>
    <p:embeddedFont>
      <p:font typeface="Nyutro Sans Bold" charset="0"/>
      <p:regular r:id="rId7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D4F49189-98F6-48BA-AE5F-023417599E06}">
  <a:tblStyle styleId="{D4F49189-98F6-48BA-AE5F-023417599E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1" d="100"/>
          <a:sy n="91" d="100"/>
        </p:scale>
        <p:origin x="-556" y="-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2.fntdata"/><Relationship Id="rId63" Type="http://schemas.openxmlformats.org/officeDocument/2006/relationships/font" Target="fonts/font10.fntdata"/><Relationship Id="rId68" Type="http://schemas.openxmlformats.org/officeDocument/2006/relationships/font" Target="fonts/font15.fntdata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font" Target="fonts/font5.fntdata"/><Relationship Id="rId66" Type="http://schemas.openxmlformats.org/officeDocument/2006/relationships/font" Target="fonts/font13.fntdata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4.fntdata"/><Relationship Id="rId61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7.fntdata"/><Relationship Id="rId65" Type="http://schemas.openxmlformats.org/officeDocument/2006/relationships/font" Target="fonts/font12.fntdata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3.fntdata"/><Relationship Id="rId64" Type="http://schemas.openxmlformats.org/officeDocument/2006/relationships/font" Target="fonts/font11.fntdata"/><Relationship Id="rId69" Type="http://schemas.openxmlformats.org/officeDocument/2006/relationships/font" Target="fonts/font16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6.fntdata"/><Relationship Id="rId67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.fntdata"/><Relationship Id="rId62" Type="http://schemas.openxmlformats.org/officeDocument/2006/relationships/font" Target="fonts/font9.fntdata"/><Relationship Id="rId70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2183844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b3195464bf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b3195464bf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b3195464bf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b3195464bf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b3195464bf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b3195464bf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b379d8378c_0_1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b379d8378c_0_1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b3195464bf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b3195464bf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b3195464bf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b3195464bf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b3195464bf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b3195464bf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b3195464bf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b3195464bf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b3195464bf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b3195464bf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b3195464bf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b3195464bf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6621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gb379d8378c_0_1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7" name="Google Shape;1437;gb379d8378c_0_1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6586030" y="-141"/>
            <a:ext cx="2557969" cy="2834412"/>
          </a:xfrm>
          <a:custGeom>
            <a:avLst/>
            <a:gdLst/>
            <a:ahLst/>
            <a:cxnLst/>
            <a:rect l="l" t="t" r="r" b="b"/>
            <a:pathLst>
              <a:path w="19154" h="21224" extrusionOk="0">
                <a:moveTo>
                  <a:pt x="9" y="1"/>
                </a:moveTo>
                <a:cubicBezTo>
                  <a:pt x="9" y="27"/>
                  <a:pt x="0" y="63"/>
                  <a:pt x="9" y="90"/>
                </a:cubicBezTo>
                <a:cubicBezTo>
                  <a:pt x="223" y="581"/>
                  <a:pt x="509" y="1009"/>
                  <a:pt x="910" y="1366"/>
                </a:cubicBezTo>
                <a:cubicBezTo>
                  <a:pt x="1410" y="1812"/>
                  <a:pt x="2017" y="1999"/>
                  <a:pt x="2668" y="2079"/>
                </a:cubicBezTo>
                <a:cubicBezTo>
                  <a:pt x="3078" y="2133"/>
                  <a:pt x="3498" y="2168"/>
                  <a:pt x="3908" y="2240"/>
                </a:cubicBezTo>
                <a:cubicBezTo>
                  <a:pt x="4434" y="2320"/>
                  <a:pt x="4916" y="2534"/>
                  <a:pt x="5291" y="2918"/>
                </a:cubicBezTo>
                <a:cubicBezTo>
                  <a:pt x="5639" y="3266"/>
                  <a:pt x="5755" y="3685"/>
                  <a:pt x="5639" y="4158"/>
                </a:cubicBezTo>
                <a:cubicBezTo>
                  <a:pt x="5585" y="4336"/>
                  <a:pt x="5514" y="4515"/>
                  <a:pt x="5451" y="4684"/>
                </a:cubicBezTo>
                <a:cubicBezTo>
                  <a:pt x="5362" y="4907"/>
                  <a:pt x="5246" y="5130"/>
                  <a:pt x="5175" y="5362"/>
                </a:cubicBezTo>
                <a:cubicBezTo>
                  <a:pt x="4907" y="6156"/>
                  <a:pt x="4987" y="6941"/>
                  <a:pt x="5308" y="7708"/>
                </a:cubicBezTo>
                <a:cubicBezTo>
                  <a:pt x="5719" y="8708"/>
                  <a:pt x="6433" y="9430"/>
                  <a:pt x="7369" y="9939"/>
                </a:cubicBezTo>
                <a:cubicBezTo>
                  <a:pt x="8333" y="10456"/>
                  <a:pt x="9376" y="10697"/>
                  <a:pt x="10456" y="10786"/>
                </a:cubicBezTo>
                <a:cubicBezTo>
                  <a:pt x="11063" y="10831"/>
                  <a:pt x="11660" y="10858"/>
                  <a:pt x="12267" y="10902"/>
                </a:cubicBezTo>
                <a:cubicBezTo>
                  <a:pt x="12677" y="10938"/>
                  <a:pt x="13088" y="11009"/>
                  <a:pt x="13489" y="11134"/>
                </a:cubicBezTo>
                <a:cubicBezTo>
                  <a:pt x="14515" y="11473"/>
                  <a:pt x="15157" y="12151"/>
                  <a:pt x="15362" y="13230"/>
                </a:cubicBezTo>
                <a:cubicBezTo>
                  <a:pt x="15443" y="13668"/>
                  <a:pt x="15443" y="14114"/>
                  <a:pt x="15398" y="14551"/>
                </a:cubicBezTo>
                <a:cubicBezTo>
                  <a:pt x="15336" y="15166"/>
                  <a:pt x="15247" y="15773"/>
                  <a:pt x="15166" y="16380"/>
                </a:cubicBezTo>
                <a:cubicBezTo>
                  <a:pt x="15086" y="17022"/>
                  <a:pt x="15006" y="17655"/>
                  <a:pt x="15068" y="18298"/>
                </a:cubicBezTo>
                <a:cubicBezTo>
                  <a:pt x="15175" y="19413"/>
                  <a:pt x="15719" y="20225"/>
                  <a:pt x="16763" y="20680"/>
                </a:cubicBezTo>
                <a:cubicBezTo>
                  <a:pt x="17147" y="20849"/>
                  <a:pt x="17557" y="20956"/>
                  <a:pt x="17976" y="21027"/>
                </a:cubicBezTo>
                <a:cubicBezTo>
                  <a:pt x="18369" y="21099"/>
                  <a:pt x="18761" y="21161"/>
                  <a:pt x="19154" y="21224"/>
                </a:cubicBezTo>
                <a:lnTo>
                  <a:pt x="1915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2371930"/>
            <a:ext cx="2548620" cy="2771244"/>
          </a:xfrm>
          <a:custGeom>
            <a:avLst/>
            <a:gdLst/>
            <a:ahLst/>
            <a:cxnLst/>
            <a:rect l="l" t="t" r="r" b="b"/>
            <a:pathLst>
              <a:path w="19084" h="20751" extrusionOk="0">
                <a:moveTo>
                  <a:pt x="1" y="0"/>
                </a:moveTo>
                <a:lnTo>
                  <a:pt x="1" y="20751"/>
                </a:lnTo>
                <a:lnTo>
                  <a:pt x="19083" y="20751"/>
                </a:lnTo>
                <a:cubicBezTo>
                  <a:pt x="19083" y="20724"/>
                  <a:pt x="19083" y="20706"/>
                  <a:pt x="19083" y="20697"/>
                </a:cubicBezTo>
                <a:cubicBezTo>
                  <a:pt x="19056" y="20652"/>
                  <a:pt x="19030" y="20608"/>
                  <a:pt x="19003" y="20563"/>
                </a:cubicBezTo>
                <a:cubicBezTo>
                  <a:pt x="18485" y="19751"/>
                  <a:pt x="17736" y="19296"/>
                  <a:pt x="16781" y="19172"/>
                </a:cubicBezTo>
                <a:cubicBezTo>
                  <a:pt x="16362" y="19118"/>
                  <a:pt x="15943" y="19073"/>
                  <a:pt x="15524" y="19020"/>
                </a:cubicBezTo>
                <a:cubicBezTo>
                  <a:pt x="15042" y="18949"/>
                  <a:pt x="14596" y="18788"/>
                  <a:pt x="14203" y="18476"/>
                </a:cubicBezTo>
                <a:cubicBezTo>
                  <a:pt x="13677" y="18056"/>
                  <a:pt x="13516" y="17530"/>
                  <a:pt x="13730" y="16888"/>
                </a:cubicBezTo>
                <a:cubicBezTo>
                  <a:pt x="13820" y="16656"/>
                  <a:pt x="13918" y="16424"/>
                  <a:pt x="14025" y="16192"/>
                </a:cubicBezTo>
                <a:cubicBezTo>
                  <a:pt x="14337" y="15496"/>
                  <a:pt x="14373" y="14774"/>
                  <a:pt x="14176" y="14033"/>
                </a:cubicBezTo>
                <a:cubicBezTo>
                  <a:pt x="13882" y="12927"/>
                  <a:pt x="13222" y="12088"/>
                  <a:pt x="12258" y="11482"/>
                </a:cubicBezTo>
                <a:cubicBezTo>
                  <a:pt x="11295" y="10866"/>
                  <a:pt x="10216" y="10581"/>
                  <a:pt x="9083" y="10474"/>
                </a:cubicBezTo>
                <a:cubicBezTo>
                  <a:pt x="8485" y="10411"/>
                  <a:pt x="7878" y="10393"/>
                  <a:pt x="7280" y="10349"/>
                </a:cubicBezTo>
                <a:cubicBezTo>
                  <a:pt x="6808" y="10313"/>
                  <a:pt x="6344" y="10259"/>
                  <a:pt x="5898" y="10117"/>
                </a:cubicBezTo>
                <a:cubicBezTo>
                  <a:pt x="4800" y="9787"/>
                  <a:pt x="4131" y="9073"/>
                  <a:pt x="3944" y="7922"/>
                </a:cubicBezTo>
                <a:cubicBezTo>
                  <a:pt x="3846" y="7307"/>
                  <a:pt x="3899" y="6700"/>
                  <a:pt x="3980" y="6084"/>
                </a:cubicBezTo>
                <a:cubicBezTo>
                  <a:pt x="4069" y="5389"/>
                  <a:pt x="4167" y="4684"/>
                  <a:pt x="4247" y="3988"/>
                </a:cubicBezTo>
                <a:cubicBezTo>
                  <a:pt x="4301" y="3471"/>
                  <a:pt x="4292" y="2962"/>
                  <a:pt x="4167" y="2454"/>
                </a:cubicBezTo>
                <a:cubicBezTo>
                  <a:pt x="3944" y="1481"/>
                  <a:pt x="3328" y="848"/>
                  <a:pt x="2410" y="491"/>
                </a:cubicBezTo>
                <a:cubicBezTo>
                  <a:pt x="1803" y="259"/>
                  <a:pt x="1161" y="161"/>
                  <a:pt x="518" y="72"/>
                </a:cubicBezTo>
                <a:cubicBezTo>
                  <a:pt x="349" y="45"/>
                  <a:pt x="179" y="27"/>
                  <a:pt x="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317546" y="207650"/>
            <a:ext cx="8520462" cy="4730224"/>
            <a:chOff x="317546" y="207650"/>
            <a:chExt cx="8520462" cy="4730224"/>
          </a:xfrm>
        </p:grpSpPr>
        <p:grpSp>
          <p:nvGrpSpPr>
            <p:cNvPr id="12" name="Google Shape;12;p2"/>
            <p:cNvGrpSpPr/>
            <p:nvPr/>
          </p:nvGrpSpPr>
          <p:grpSpPr>
            <a:xfrm rot="-611105">
              <a:off x="8510246" y="4502429"/>
              <a:ext cx="298479" cy="357838"/>
              <a:chOff x="556150" y="1159700"/>
              <a:chExt cx="106175" cy="127300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580900" y="1195875"/>
                <a:ext cx="58675" cy="55200"/>
              </a:xfrm>
              <a:custGeom>
                <a:avLst/>
                <a:gdLst/>
                <a:ahLst/>
                <a:cxnLst/>
                <a:rect l="l" t="t" r="r" b="b"/>
                <a:pathLst>
                  <a:path w="2347" h="2208" extrusionOk="0">
                    <a:moveTo>
                      <a:pt x="791" y="0"/>
                    </a:moveTo>
                    <a:cubicBezTo>
                      <a:pt x="511" y="0"/>
                      <a:pt x="301" y="168"/>
                      <a:pt x="233" y="471"/>
                    </a:cubicBezTo>
                    <a:cubicBezTo>
                      <a:pt x="161" y="802"/>
                      <a:pt x="90" y="1141"/>
                      <a:pt x="27" y="1480"/>
                    </a:cubicBezTo>
                    <a:cubicBezTo>
                      <a:pt x="10" y="1533"/>
                      <a:pt x="10" y="1587"/>
                      <a:pt x="1" y="1613"/>
                    </a:cubicBezTo>
                    <a:cubicBezTo>
                      <a:pt x="1" y="1872"/>
                      <a:pt x="152" y="2095"/>
                      <a:pt x="375" y="2175"/>
                    </a:cubicBezTo>
                    <a:cubicBezTo>
                      <a:pt x="428" y="2197"/>
                      <a:pt x="476" y="2208"/>
                      <a:pt x="520" y="2208"/>
                    </a:cubicBezTo>
                    <a:cubicBezTo>
                      <a:pt x="638" y="2208"/>
                      <a:pt x="720" y="2129"/>
                      <a:pt x="759" y="1979"/>
                    </a:cubicBezTo>
                    <a:cubicBezTo>
                      <a:pt x="804" y="1819"/>
                      <a:pt x="830" y="1658"/>
                      <a:pt x="866" y="1497"/>
                    </a:cubicBezTo>
                    <a:cubicBezTo>
                      <a:pt x="937" y="1176"/>
                      <a:pt x="1138" y="1006"/>
                      <a:pt x="1440" y="1006"/>
                    </a:cubicBezTo>
                    <a:cubicBezTo>
                      <a:pt x="1482" y="1006"/>
                      <a:pt x="1525" y="1009"/>
                      <a:pt x="1571" y="1016"/>
                    </a:cubicBezTo>
                    <a:cubicBezTo>
                      <a:pt x="1696" y="1033"/>
                      <a:pt x="1821" y="1069"/>
                      <a:pt x="1945" y="1096"/>
                    </a:cubicBezTo>
                    <a:cubicBezTo>
                      <a:pt x="1977" y="1101"/>
                      <a:pt x="2006" y="1104"/>
                      <a:pt x="2033" y="1104"/>
                    </a:cubicBezTo>
                    <a:cubicBezTo>
                      <a:pt x="2182" y="1104"/>
                      <a:pt x="2263" y="1020"/>
                      <a:pt x="2293" y="846"/>
                    </a:cubicBezTo>
                    <a:cubicBezTo>
                      <a:pt x="2347" y="552"/>
                      <a:pt x="2151" y="266"/>
                      <a:pt x="1838" y="195"/>
                    </a:cubicBezTo>
                    <a:cubicBezTo>
                      <a:pt x="1544" y="124"/>
                      <a:pt x="1250" y="70"/>
                      <a:pt x="946" y="16"/>
                    </a:cubicBezTo>
                    <a:cubicBezTo>
                      <a:pt x="893" y="6"/>
                      <a:pt x="841" y="0"/>
                      <a:pt x="79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556150" y="1159700"/>
                <a:ext cx="59575" cy="55475"/>
              </a:xfrm>
              <a:custGeom>
                <a:avLst/>
                <a:gdLst/>
                <a:ahLst/>
                <a:cxnLst/>
                <a:rect l="l" t="t" r="r" b="b"/>
                <a:pathLst>
                  <a:path w="2383" h="2219" extrusionOk="0">
                    <a:moveTo>
                      <a:pt x="893" y="0"/>
                    </a:moveTo>
                    <a:cubicBezTo>
                      <a:pt x="571" y="9"/>
                      <a:pt x="357" y="170"/>
                      <a:pt x="286" y="438"/>
                    </a:cubicBezTo>
                    <a:cubicBezTo>
                      <a:pt x="197" y="812"/>
                      <a:pt x="116" y="1196"/>
                      <a:pt x="54" y="1571"/>
                    </a:cubicBezTo>
                    <a:cubicBezTo>
                      <a:pt x="0" y="1838"/>
                      <a:pt x="170" y="2097"/>
                      <a:pt x="420" y="2186"/>
                    </a:cubicBezTo>
                    <a:cubicBezTo>
                      <a:pt x="472" y="2207"/>
                      <a:pt x="521" y="2218"/>
                      <a:pt x="565" y="2218"/>
                    </a:cubicBezTo>
                    <a:cubicBezTo>
                      <a:pt x="686" y="2218"/>
                      <a:pt x="773" y="2138"/>
                      <a:pt x="812" y="1981"/>
                    </a:cubicBezTo>
                    <a:cubicBezTo>
                      <a:pt x="848" y="1829"/>
                      <a:pt x="875" y="1660"/>
                      <a:pt x="910" y="1508"/>
                    </a:cubicBezTo>
                    <a:cubicBezTo>
                      <a:pt x="985" y="1193"/>
                      <a:pt x="1187" y="1016"/>
                      <a:pt x="1472" y="1016"/>
                    </a:cubicBezTo>
                    <a:cubicBezTo>
                      <a:pt x="1526" y="1016"/>
                      <a:pt x="1583" y="1023"/>
                      <a:pt x="1642" y="1035"/>
                    </a:cubicBezTo>
                    <a:cubicBezTo>
                      <a:pt x="1767" y="1053"/>
                      <a:pt x="1892" y="1089"/>
                      <a:pt x="2017" y="1107"/>
                    </a:cubicBezTo>
                    <a:cubicBezTo>
                      <a:pt x="2039" y="1110"/>
                      <a:pt x="2060" y="1112"/>
                      <a:pt x="2080" y="1112"/>
                    </a:cubicBezTo>
                    <a:cubicBezTo>
                      <a:pt x="2219" y="1112"/>
                      <a:pt x="2298" y="1031"/>
                      <a:pt x="2329" y="875"/>
                    </a:cubicBezTo>
                    <a:cubicBezTo>
                      <a:pt x="2382" y="625"/>
                      <a:pt x="2266" y="393"/>
                      <a:pt x="2043" y="268"/>
                    </a:cubicBezTo>
                    <a:cubicBezTo>
                      <a:pt x="1927" y="206"/>
                      <a:pt x="1794" y="188"/>
                      <a:pt x="1669" y="161"/>
                    </a:cubicBezTo>
                    <a:cubicBezTo>
                      <a:pt x="1392" y="107"/>
                      <a:pt x="1116" y="45"/>
                      <a:pt x="8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604775" y="1231700"/>
                <a:ext cx="57550" cy="55300"/>
              </a:xfrm>
              <a:custGeom>
                <a:avLst/>
                <a:gdLst/>
                <a:ahLst/>
                <a:cxnLst/>
                <a:rect l="l" t="t" r="r" b="b"/>
                <a:pathLst>
                  <a:path w="2302" h="2212" extrusionOk="0">
                    <a:moveTo>
                      <a:pt x="783" y="1"/>
                    </a:moveTo>
                    <a:cubicBezTo>
                      <a:pt x="491" y="1"/>
                      <a:pt x="289" y="180"/>
                      <a:pt x="214" y="510"/>
                    </a:cubicBezTo>
                    <a:cubicBezTo>
                      <a:pt x="143" y="832"/>
                      <a:pt x="80" y="1153"/>
                      <a:pt x="18" y="1465"/>
                    </a:cubicBezTo>
                    <a:cubicBezTo>
                      <a:pt x="9" y="1527"/>
                      <a:pt x="0" y="1590"/>
                      <a:pt x="0" y="1617"/>
                    </a:cubicBezTo>
                    <a:cubicBezTo>
                      <a:pt x="0" y="1866"/>
                      <a:pt x="116" y="2054"/>
                      <a:pt x="304" y="2152"/>
                    </a:cubicBezTo>
                    <a:cubicBezTo>
                      <a:pt x="381" y="2192"/>
                      <a:pt x="450" y="2212"/>
                      <a:pt x="510" y="2212"/>
                    </a:cubicBezTo>
                    <a:cubicBezTo>
                      <a:pt x="637" y="2212"/>
                      <a:pt x="725" y="2122"/>
                      <a:pt x="767" y="1947"/>
                    </a:cubicBezTo>
                    <a:cubicBezTo>
                      <a:pt x="803" y="1786"/>
                      <a:pt x="830" y="1608"/>
                      <a:pt x="874" y="1447"/>
                    </a:cubicBezTo>
                    <a:cubicBezTo>
                      <a:pt x="954" y="1169"/>
                      <a:pt x="1146" y="1012"/>
                      <a:pt x="1414" y="1012"/>
                    </a:cubicBezTo>
                    <a:cubicBezTo>
                      <a:pt x="1447" y="1012"/>
                      <a:pt x="1481" y="1014"/>
                      <a:pt x="1517" y="1019"/>
                    </a:cubicBezTo>
                    <a:cubicBezTo>
                      <a:pt x="1651" y="1037"/>
                      <a:pt x="1784" y="1072"/>
                      <a:pt x="1927" y="1090"/>
                    </a:cubicBezTo>
                    <a:cubicBezTo>
                      <a:pt x="1959" y="1095"/>
                      <a:pt x="1989" y="1097"/>
                      <a:pt x="2017" y="1097"/>
                    </a:cubicBezTo>
                    <a:cubicBezTo>
                      <a:pt x="2197" y="1097"/>
                      <a:pt x="2285" y="996"/>
                      <a:pt x="2293" y="787"/>
                    </a:cubicBezTo>
                    <a:cubicBezTo>
                      <a:pt x="2302" y="510"/>
                      <a:pt x="2123" y="270"/>
                      <a:pt x="1838" y="207"/>
                    </a:cubicBezTo>
                    <a:cubicBezTo>
                      <a:pt x="1552" y="136"/>
                      <a:pt x="1249" y="73"/>
                      <a:pt x="955" y="20"/>
                    </a:cubicBezTo>
                    <a:cubicBezTo>
                      <a:pt x="894" y="7"/>
                      <a:pt x="837" y="1"/>
                      <a:pt x="7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" name="Google Shape;16;p2"/>
            <p:cNvGrpSpPr/>
            <p:nvPr/>
          </p:nvGrpSpPr>
          <p:grpSpPr>
            <a:xfrm>
              <a:off x="1844576" y="4557694"/>
              <a:ext cx="220077" cy="247297"/>
              <a:chOff x="3951525" y="3191650"/>
              <a:chExt cx="62675" cy="70425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3966425" y="3191650"/>
                <a:ext cx="47775" cy="38800"/>
              </a:xfrm>
              <a:custGeom>
                <a:avLst/>
                <a:gdLst/>
                <a:ahLst/>
                <a:cxnLst/>
                <a:rect l="l" t="t" r="r" b="b"/>
                <a:pathLst>
                  <a:path w="1911" h="1552" extrusionOk="0">
                    <a:moveTo>
                      <a:pt x="1297" y="1"/>
                    </a:moveTo>
                    <a:cubicBezTo>
                      <a:pt x="1265" y="1"/>
                      <a:pt x="1231" y="4"/>
                      <a:pt x="1197" y="11"/>
                    </a:cubicBezTo>
                    <a:cubicBezTo>
                      <a:pt x="920" y="64"/>
                      <a:pt x="643" y="135"/>
                      <a:pt x="367" y="207"/>
                    </a:cubicBezTo>
                    <a:cubicBezTo>
                      <a:pt x="206" y="251"/>
                      <a:pt x="99" y="367"/>
                      <a:pt x="55" y="528"/>
                    </a:cubicBezTo>
                    <a:cubicBezTo>
                      <a:pt x="1" y="744"/>
                      <a:pt x="87" y="867"/>
                      <a:pt x="273" y="867"/>
                    </a:cubicBezTo>
                    <a:cubicBezTo>
                      <a:pt x="302" y="867"/>
                      <a:pt x="333" y="864"/>
                      <a:pt x="367" y="858"/>
                    </a:cubicBezTo>
                    <a:cubicBezTo>
                      <a:pt x="510" y="831"/>
                      <a:pt x="652" y="787"/>
                      <a:pt x="750" y="760"/>
                    </a:cubicBezTo>
                    <a:cubicBezTo>
                      <a:pt x="991" y="769"/>
                      <a:pt x="1143" y="876"/>
                      <a:pt x="1205" y="1072"/>
                    </a:cubicBezTo>
                    <a:cubicBezTo>
                      <a:pt x="1241" y="1161"/>
                      <a:pt x="1250" y="1268"/>
                      <a:pt x="1286" y="1358"/>
                    </a:cubicBezTo>
                    <a:cubicBezTo>
                      <a:pt x="1322" y="1486"/>
                      <a:pt x="1397" y="1551"/>
                      <a:pt x="1494" y="1551"/>
                    </a:cubicBezTo>
                    <a:cubicBezTo>
                      <a:pt x="1539" y="1551"/>
                      <a:pt x="1589" y="1537"/>
                      <a:pt x="1643" y="1509"/>
                    </a:cubicBezTo>
                    <a:cubicBezTo>
                      <a:pt x="1812" y="1429"/>
                      <a:pt x="1910" y="1242"/>
                      <a:pt x="1875" y="1054"/>
                    </a:cubicBezTo>
                    <a:cubicBezTo>
                      <a:pt x="1821" y="796"/>
                      <a:pt x="1767" y="546"/>
                      <a:pt x="1687" y="305"/>
                    </a:cubicBezTo>
                    <a:cubicBezTo>
                      <a:pt x="1626" y="108"/>
                      <a:pt x="1482" y="1"/>
                      <a:pt x="129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3951525" y="3223075"/>
                <a:ext cx="46375" cy="3900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560" extrusionOk="0">
                    <a:moveTo>
                      <a:pt x="1267" y="0"/>
                    </a:moveTo>
                    <a:cubicBezTo>
                      <a:pt x="1235" y="0"/>
                      <a:pt x="1202" y="4"/>
                      <a:pt x="1168" y="11"/>
                    </a:cubicBezTo>
                    <a:cubicBezTo>
                      <a:pt x="883" y="74"/>
                      <a:pt x="597" y="145"/>
                      <a:pt x="312" y="226"/>
                    </a:cubicBezTo>
                    <a:cubicBezTo>
                      <a:pt x="124" y="279"/>
                      <a:pt x="26" y="413"/>
                      <a:pt x="8" y="609"/>
                    </a:cubicBezTo>
                    <a:cubicBezTo>
                      <a:pt x="1" y="785"/>
                      <a:pt x="72" y="875"/>
                      <a:pt x="215" y="875"/>
                    </a:cubicBezTo>
                    <a:cubicBezTo>
                      <a:pt x="239" y="875"/>
                      <a:pt x="266" y="873"/>
                      <a:pt x="294" y="868"/>
                    </a:cubicBezTo>
                    <a:cubicBezTo>
                      <a:pt x="401" y="850"/>
                      <a:pt x="508" y="814"/>
                      <a:pt x="615" y="788"/>
                    </a:cubicBezTo>
                    <a:cubicBezTo>
                      <a:pt x="671" y="776"/>
                      <a:pt x="722" y="770"/>
                      <a:pt x="769" y="770"/>
                    </a:cubicBezTo>
                    <a:cubicBezTo>
                      <a:pt x="981" y="770"/>
                      <a:pt x="1113" y="884"/>
                      <a:pt x="1186" y="1118"/>
                    </a:cubicBezTo>
                    <a:cubicBezTo>
                      <a:pt x="1204" y="1189"/>
                      <a:pt x="1222" y="1269"/>
                      <a:pt x="1239" y="1332"/>
                    </a:cubicBezTo>
                    <a:cubicBezTo>
                      <a:pt x="1278" y="1482"/>
                      <a:pt x="1363" y="1559"/>
                      <a:pt x="1468" y="1559"/>
                    </a:cubicBezTo>
                    <a:cubicBezTo>
                      <a:pt x="1532" y="1559"/>
                      <a:pt x="1603" y="1531"/>
                      <a:pt x="1677" y="1474"/>
                    </a:cubicBezTo>
                    <a:cubicBezTo>
                      <a:pt x="1793" y="1385"/>
                      <a:pt x="1855" y="1269"/>
                      <a:pt x="1846" y="1064"/>
                    </a:cubicBezTo>
                    <a:cubicBezTo>
                      <a:pt x="1784" y="823"/>
                      <a:pt x="1739" y="520"/>
                      <a:pt x="1623" y="243"/>
                    </a:cubicBezTo>
                    <a:cubicBezTo>
                      <a:pt x="1564" y="88"/>
                      <a:pt x="1425" y="0"/>
                      <a:pt x="12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" name="Google Shape;19;p2"/>
            <p:cNvSpPr/>
            <p:nvPr/>
          </p:nvSpPr>
          <p:spPr>
            <a:xfrm>
              <a:off x="3161000" y="408125"/>
              <a:ext cx="148752" cy="131874"/>
            </a:xfrm>
            <a:custGeom>
              <a:avLst/>
              <a:gdLst/>
              <a:ahLst/>
              <a:cxnLst/>
              <a:rect l="l" t="t" r="r" b="b"/>
              <a:pathLst>
                <a:path w="2936" h="2603" extrusionOk="0">
                  <a:moveTo>
                    <a:pt x="1134" y="0"/>
                  </a:moveTo>
                  <a:cubicBezTo>
                    <a:pt x="841" y="0"/>
                    <a:pt x="615" y="171"/>
                    <a:pt x="483" y="508"/>
                  </a:cubicBezTo>
                  <a:cubicBezTo>
                    <a:pt x="340" y="892"/>
                    <a:pt x="197" y="1284"/>
                    <a:pt x="63" y="1668"/>
                  </a:cubicBezTo>
                  <a:cubicBezTo>
                    <a:pt x="28" y="1748"/>
                    <a:pt x="1" y="1837"/>
                    <a:pt x="10" y="1927"/>
                  </a:cubicBezTo>
                  <a:cubicBezTo>
                    <a:pt x="19" y="2159"/>
                    <a:pt x="108" y="2355"/>
                    <a:pt x="304" y="2498"/>
                  </a:cubicBezTo>
                  <a:cubicBezTo>
                    <a:pt x="408" y="2568"/>
                    <a:pt x="499" y="2603"/>
                    <a:pt x="579" y="2603"/>
                  </a:cubicBezTo>
                  <a:cubicBezTo>
                    <a:pt x="711" y="2603"/>
                    <a:pt x="812" y="2505"/>
                    <a:pt x="884" y="2310"/>
                  </a:cubicBezTo>
                  <a:cubicBezTo>
                    <a:pt x="955" y="2132"/>
                    <a:pt x="1018" y="1944"/>
                    <a:pt x="1089" y="1757"/>
                  </a:cubicBezTo>
                  <a:cubicBezTo>
                    <a:pt x="1207" y="1472"/>
                    <a:pt x="1439" y="1317"/>
                    <a:pt x="1712" y="1317"/>
                  </a:cubicBezTo>
                  <a:cubicBezTo>
                    <a:pt x="1790" y="1317"/>
                    <a:pt x="1872" y="1330"/>
                    <a:pt x="1955" y="1356"/>
                  </a:cubicBezTo>
                  <a:cubicBezTo>
                    <a:pt x="2097" y="1400"/>
                    <a:pt x="2231" y="1454"/>
                    <a:pt x="2374" y="1498"/>
                  </a:cubicBezTo>
                  <a:cubicBezTo>
                    <a:pt x="2452" y="1527"/>
                    <a:pt x="2522" y="1541"/>
                    <a:pt x="2584" y="1541"/>
                  </a:cubicBezTo>
                  <a:cubicBezTo>
                    <a:pt x="2777" y="1541"/>
                    <a:pt x="2889" y="1405"/>
                    <a:pt x="2909" y="1142"/>
                  </a:cubicBezTo>
                  <a:cubicBezTo>
                    <a:pt x="2936" y="812"/>
                    <a:pt x="2775" y="562"/>
                    <a:pt x="2436" y="419"/>
                  </a:cubicBezTo>
                  <a:cubicBezTo>
                    <a:pt x="2115" y="294"/>
                    <a:pt x="1785" y="178"/>
                    <a:pt x="1464" y="62"/>
                  </a:cubicBezTo>
                  <a:cubicBezTo>
                    <a:pt x="1347" y="21"/>
                    <a:pt x="1236" y="0"/>
                    <a:pt x="11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092821" y="2417251"/>
              <a:ext cx="72767" cy="73963"/>
            </a:xfrm>
            <a:custGeom>
              <a:avLst/>
              <a:gdLst/>
              <a:ahLst/>
              <a:cxnLst/>
              <a:rect l="l" t="t" r="r" b="b"/>
              <a:pathLst>
                <a:path w="1098" h="1116" extrusionOk="0">
                  <a:moveTo>
                    <a:pt x="554" y="0"/>
                  </a:moveTo>
                  <a:cubicBezTo>
                    <a:pt x="233" y="0"/>
                    <a:pt x="1" y="250"/>
                    <a:pt x="10" y="580"/>
                  </a:cubicBezTo>
                  <a:cubicBezTo>
                    <a:pt x="18" y="884"/>
                    <a:pt x="242" y="1107"/>
                    <a:pt x="527" y="1116"/>
                  </a:cubicBezTo>
                  <a:cubicBezTo>
                    <a:pt x="532" y="1116"/>
                    <a:pt x="538" y="1116"/>
                    <a:pt x="543" y="1116"/>
                  </a:cubicBezTo>
                  <a:cubicBezTo>
                    <a:pt x="856" y="1116"/>
                    <a:pt x="1089" y="860"/>
                    <a:pt x="1098" y="545"/>
                  </a:cubicBezTo>
                  <a:cubicBezTo>
                    <a:pt x="1098" y="224"/>
                    <a:pt x="875" y="0"/>
                    <a:pt x="5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88125" y="1185413"/>
              <a:ext cx="67399" cy="65148"/>
            </a:xfrm>
            <a:custGeom>
              <a:avLst/>
              <a:gdLst/>
              <a:ahLst/>
              <a:cxnLst/>
              <a:rect l="l" t="t" r="r" b="b"/>
              <a:pathLst>
                <a:path w="1017" h="983" extrusionOk="0">
                  <a:moveTo>
                    <a:pt x="491" y="1"/>
                  </a:moveTo>
                  <a:cubicBezTo>
                    <a:pt x="485" y="1"/>
                    <a:pt x="479" y="1"/>
                    <a:pt x="473" y="1"/>
                  </a:cubicBezTo>
                  <a:cubicBezTo>
                    <a:pt x="187" y="1"/>
                    <a:pt x="0" y="197"/>
                    <a:pt x="9" y="492"/>
                  </a:cubicBezTo>
                  <a:cubicBezTo>
                    <a:pt x="9" y="768"/>
                    <a:pt x="232" y="982"/>
                    <a:pt x="526" y="982"/>
                  </a:cubicBezTo>
                  <a:cubicBezTo>
                    <a:pt x="803" y="982"/>
                    <a:pt x="1008" y="786"/>
                    <a:pt x="1017" y="509"/>
                  </a:cubicBezTo>
                  <a:cubicBezTo>
                    <a:pt x="1017" y="221"/>
                    <a:pt x="794" y="1"/>
                    <a:pt x="4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984900" y="660821"/>
              <a:ext cx="45595" cy="45133"/>
            </a:xfrm>
            <a:custGeom>
              <a:avLst/>
              <a:gdLst/>
              <a:ahLst/>
              <a:cxnLst/>
              <a:rect l="l" t="t" r="r" b="b"/>
              <a:pathLst>
                <a:path w="688" h="681" extrusionOk="0">
                  <a:moveTo>
                    <a:pt x="360" y="1"/>
                  </a:moveTo>
                  <a:cubicBezTo>
                    <a:pt x="188" y="1"/>
                    <a:pt x="27" y="149"/>
                    <a:pt x="10" y="340"/>
                  </a:cubicBezTo>
                  <a:cubicBezTo>
                    <a:pt x="1" y="518"/>
                    <a:pt x="117" y="661"/>
                    <a:pt x="286" y="679"/>
                  </a:cubicBezTo>
                  <a:cubicBezTo>
                    <a:pt x="298" y="680"/>
                    <a:pt x="311" y="681"/>
                    <a:pt x="322" y="681"/>
                  </a:cubicBezTo>
                  <a:cubicBezTo>
                    <a:pt x="509" y="681"/>
                    <a:pt x="645" y="551"/>
                    <a:pt x="670" y="367"/>
                  </a:cubicBezTo>
                  <a:cubicBezTo>
                    <a:pt x="688" y="179"/>
                    <a:pt x="563" y="19"/>
                    <a:pt x="375" y="1"/>
                  </a:cubicBezTo>
                  <a:cubicBezTo>
                    <a:pt x="370" y="1"/>
                    <a:pt x="365" y="1"/>
                    <a:pt x="3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317546" y="3892951"/>
              <a:ext cx="72767" cy="73963"/>
            </a:xfrm>
            <a:custGeom>
              <a:avLst/>
              <a:gdLst/>
              <a:ahLst/>
              <a:cxnLst/>
              <a:rect l="l" t="t" r="r" b="b"/>
              <a:pathLst>
                <a:path w="1098" h="1116" extrusionOk="0">
                  <a:moveTo>
                    <a:pt x="554" y="0"/>
                  </a:moveTo>
                  <a:cubicBezTo>
                    <a:pt x="233" y="0"/>
                    <a:pt x="1" y="250"/>
                    <a:pt x="10" y="580"/>
                  </a:cubicBezTo>
                  <a:cubicBezTo>
                    <a:pt x="18" y="884"/>
                    <a:pt x="242" y="1107"/>
                    <a:pt x="527" y="1116"/>
                  </a:cubicBezTo>
                  <a:cubicBezTo>
                    <a:pt x="532" y="1116"/>
                    <a:pt x="538" y="1116"/>
                    <a:pt x="543" y="1116"/>
                  </a:cubicBezTo>
                  <a:cubicBezTo>
                    <a:pt x="856" y="1116"/>
                    <a:pt x="1089" y="860"/>
                    <a:pt x="1098" y="545"/>
                  </a:cubicBezTo>
                  <a:cubicBezTo>
                    <a:pt x="1098" y="224"/>
                    <a:pt x="875" y="0"/>
                    <a:pt x="5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36821" y="4201051"/>
              <a:ext cx="72767" cy="73963"/>
            </a:xfrm>
            <a:custGeom>
              <a:avLst/>
              <a:gdLst/>
              <a:ahLst/>
              <a:cxnLst/>
              <a:rect l="l" t="t" r="r" b="b"/>
              <a:pathLst>
                <a:path w="1098" h="1116" extrusionOk="0">
                  <a:moveTo>
                    <a:pt x="554" y="0"/>
                  </a:moveTo>
                  <a:cubicBezTo>
                    <a:pt x="233" y="0"/>
                    <a:pt x="1" y="250"/>
                    <a:pt x="10" y="580"/>
                  </a:cubicBezTo>
                  <a:cubicBezTo>
                    <a:pt x="18" y="884"/>
                    <a:pt x="242" y="1107"/>
                    <a:pt x="527" y="1116"/>
                  </a:cubicBezTo>
                  <a:cubicBezTo>
                    <a:pt x="532" y="1116"/>
                    <a:pt x="538" y="1116"/>
                    <a:pt x="543" y="1116"/>
                  </a:cubicBezTo>
                  <a:cubicBezTo>
                    <a:pt x="856" y="1116"/>
                    <a:pt x="1089" y="860"/>
                    <a:pt x="1098" y="545"/>
                  </a:cubicBezTo>
                  <a:cubicBezTo>
                    <a:pt x="1098" y="224"/>
                    <a:pt x="875" y="0"/>
                    <a:pt x="5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3640650" y="4570925"/>
              <a:ext cx="67399" cy="65148"/>
            </a:xfrm>
            <a:custGeom>
              <a:avLst/>
              <a:gdLst/>
              <a:ahLst/>
              <a:cxnLst/>
              <a:rect l="l" t="t" r="r" b="b"/>
              <a:pathLst>
                <a:path w="1017" h="983" extrusionOk="0">
                  <a:moveTo>
                    <a:pt x="491" y="1"/>
                  </a:moveTo>
                  <a:cubicBezTo>
                    <a:pt x="485" y="1"/>
                    <a:pt x="479" y="1"/>
                    <a:pt x="473" y="1"/>
                  </a:cubicBezTo>
                  <a:cubicBezTo>
                    <a:pt x="187" y="1"/>
                    <a:pt x="0" y="197"/>
                    <a:pt x="9" y="492"/>
                  </a:cubicBezTo>
                  <a:cubicBezTo>
                    <a:pt x="9" y="768"/>
                    <a:pt x="232" y="982"/>
                    <a:pt x="526" y="982"/>
                  </a:cubicBezTo>
                  <a:cubicBezTo>
                    <a:pt x="803" y="982"/>
                    <a:pt x="1008" y="786"/>
                    <a:pt x="1017" y="509"/>
                  </a:cubicBezTo>
                  <a:cubicBezTo>
                    <a:pt x="1017" y="221"/>
                    <a:pt x="794" y="1"/>
                    <a:pt x="4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899050" y="4437275"/>
              <a:ext cx="67399" cy="65148"/>
            </a:xfrm>
            <a:custGeom>
              <a:avLst/>
              <a:gdLst/>
              <a:ahLst/>
              <a:cxnLst/>
              <a:rect l="l" t="t" r="r" b="b"/>
              <a:pathLst>
                <a:path w="1017" h="983" extrusionOk="0">
                  <a:moveTo>
                    <a:pt x="491" y="1"/>
                  </a:moveTo>
                  <a:cubicBezTo>
                    <a:pt x="485" y="1"/>
                    <a:pt x="479" y="1"/>
                    <a:pt x="473" y="1"/>
                  </a:cubicBezTo>
                  <a:cubicBezTo>
                    <a:pt x="187" y="1"/>
                    <a:pt x="0" y="197"/>
                    <a:pt x="9" y="492"/>
                  </a:cubicBezTo>
                  <a:cubicBezTo>
                    <a:pt x="9" y="768"/>
                    <a:pt x="232" y="982"/>
                    <a:pt x="526" y="982"/>
                  </a:cubicBezTo>
                  <a:cubicBezTo>
                    <a:pt x="803" y="982"/>
                    <a:pt x="1008" y="786"/>
                    <a:pt x="1017" y="509"/>
                  </a:cubicBezTo>
                  <a:cubicBezTo>
                    <a:pt x="1017" y="221"/>
                    <a:pt x="794" y="1"/>
                    <a:pt x="4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831650" y="4039700"/>
              <a:ext cx="67399" cy="65148"/>
            </a:xfrm>
            <a:custGeom>
              <a:avLst/>
              <a:gdLst/>
              <a:ahLst/>
              <a:cxnLst/>
              <a:rect l="l" t="t" r="r" b="b"/>
              <a:pathLst>
                <a:path w="1017" h="983" extrusionOk="0">
                  <a:moveTo>
                    <a:pt x="491" y="1"/>
                  </a:moveTo>
                  <a:cubicBezTo>
                    <a:pt x="485" y="1"/>
                    <a:pt x="479" y="1"/>
                    <a:pt x="473" y="1"/>
                  </a:cubicBezTo>
                  <a:cubicBezTo>
                    <a:pt x="187" y="1"/>
                    <a:pt x="0" y="197"/>
                    <a:pt x="9" y="492"/>
                  </a:cubicBezTo>
                  <a:cubicBezTo>
                    <a:pt x="9" y="768"/>
                    <a:pt x="232" y="982"/>
                    <a:pt x="526" y="982"/>
                  </a:cubicBezTo>
                  <a:cubicBezTo>
                    <a:pt x="803" y="982"/>
                    <a:pt x="1008" y="786"/>
                    <a:pt x="1017" y="509"/>
                  </a:cubicBezTo>
                  <a:cubicBezTo>
                    <a:pt x="1017" y="221"/>
                    <a:pt x="794" y="1"/>
                    <a:pt x="4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460275" y="4125596"/>
              <a:ext cx="45595" cy="45133"/>
            </a:xfrm>
            <a:custGeom>
              <a:avLst/>
              <a:gdLst/>
              <a:ahLst/>
              <a:cxnLst/>
              <a:rect l="l" t="t" r="r" b="b"/>
              <a:pathLst>
                <a:path w="688" h="681" extrusionOk="0">
                  <a:moveTo>
                    <a:pt x="360" y="1"/>
                  </a:moveTo>
                  <a:cubicBezTo>
                    <a:pt x="188" y="1"/>
                    <a:pt x="27" y="149"/>
                    <a:pt x="10" y="340"/>
                  </a:cubicBezTo>
                  <a:cubicBezTo>
                    <a:pt x="1" y="518"/>
                    <a:pt x="117" y="661"/>
                    <a:pt x="286" y="679"/>
                  </a:cubicBezTo>
                  <a:cubicBezTo>
                    <a:pt x="298" y="680"/>
                    <a:pt x="311" y="681"/>
                    <a:pt x="322" y="681"/>
                  </a:cubicBezTo>
                  <a:cubicBezTo>
                    <a:pt x="509" y="681"/>
                    <a:pt x="645" y="551"/>
                    <a:pt x="670" y="367"/>
                  </a:cubicBezTo>
                  <a:cubicBezTo>
                    <a:pt x="688" y="179"/>
                    <a:pt x="563" y="19"/>
                    <a:pt x="375" y="1"/>
                  </a:cubicBezTo>
                  <a:cubicBezTo>
                    <a:pt x="370" y="1"/>
                    <a:pt x="365" y="1"/>
                    <a:pt x="3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7456124" y="4492325"/>
              <a:ext cx="31951" cy="31626"/>
            </a:xfrm>
            <a:custGeom>
              <a:avLst/>
              <a:gdLst/>
              <a:ahLst/>
              <a:cxnLst/>
              <a:rect l="l" t="t" r="r" b="b"/>
              <a:pathLst>
                <a:path w="688" h="681" extrusionOk="0">
                  <a:moveTo>
                    <a:pt x="360" y="1"/>
                  </a:moveTo>
                  <a:cubicBezTo>
                    <a:pt x="188" y="1"/>
                    <a:pt x="27" y="149"/>
                    <a:pt x="10" y="340"/>
                  </a:cubicBezTo>
                  <a:cubicBezTo>
                    <a:pt x="1" y="518"/>
                    <a:pt x="117" y="661"/>
                    <a:pt x="286" y="679"/>
                  </a:cubicBezTo>
                  <a:cubicBezTo>
                    <a:pt x="298" y="680"/>
                    <a:pt x="311" y="681"/>
                    <a:pt x="322" y="681"/>
                  </a:cubicBezTo>
                  <a:cubicBezTo>
                    <a:pt x="509" y="681"/>
                    <a:pt x="645" y="551"/>
                    <a:pt x="670" y="367"/>
                  </a:cubicBezTo>
                  <a:cubicBezTo>
                    <a:pt x="688" y="179"/>
                    <a:pt x="563" y="19"/>
                    <a:pt x="375" y="1"/>
                  </a:cubicBezTo>
                  <a:cubicBezTo>
                    <a:pt x="370" y="1"/>
                    <a:pt x="365" y="1"/>
                    <a:pt x="3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573975" y="4680650"/>
              <a:ext cx="53550" cy="53024"/>
            </a:xfrm>
            <a:custGeom>
              <a:avLst/>
              <a:gdLst/>
              <a:ahLst/>
              <a:cxnLst/>
              <a:rect l="l" t="t" r="r" b="b"/>
              <a:pathLst>
                <a:path w="688" h="681" extrusionOk="0">
                  <a:moveTo>
                    <a:pt x="360" y="1"/>
                  </a:moveTo>
                  <a:cubicBezTo>
                    <a:pt x="188" y="1"/>
                    <a:pt x="27" y="149"/>
                    <a:pt x="10" y="340"/>
                  </a:cubicBezTo>
                  <a:cubicBezTo>
                    <a:pt x="1" y="518"/>
                    <a:pt x="117" y="661"/>
                    <a:pt x="286" y="679"/>
                  </a:cubicBezTo>
                  <a:cubicBezTo>
                    <a:pt x="298" y="680"/>
                    <a:pt x="311" y="681"/>
                    <a:pt x="322" y="681"/>
                  </a:cubicBezTo>
                  <a:cubicBezTo>
                    <a:pt x="509" y="681"/>
                    <a:pt x="645" y="551"/>
                    <a:pt x="670" y="367"/>
                  </a:cubicBezTo>
                  <a:cubicBezTo>
                    <a:pt x="688" y="179"/>
                    <a:pt x="563" y="19"/>
                    <a:pt x="375" y="1"/>
                  </a:cubicBezTo>
                  <a:cubicBezTo>
                    <a:pt x="370" y="1"/>
                    <a:pt x="365" y="1"/>
                    <a:pt x="3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032600" y="4884850"/>
              <a:ext cx="53550" cy="53024"/>
            </a:xfrm>
            <a:custGeom>
              <a:avLst/>
              <a:gdLst/>
              <a:ahLst/>
              <a:cxnLst/>
              <a:rect l="l" t="t" r="r" b="b"/>
              <a:pathLst>
                <a:path w="688" h="681" extrusionOk="0">
                  <a:moveTo>
                    <a:pt x="360" y="1"/>
                  </a:moveTo>
                  <a:cubicBezTo>
                    <a:pt x="188" y="1"/>
                    <a:pt x="27" y="149"/>
                    <a:pt x="10" y="340"/>
                  </a:cubicBezTo>
                  <a:cubicBezTo>
                    <a:pt x="1" y="518"/>
                    <a:pt x="117" y="661"/>
                    <a:pt x="286" y="679"/>
                  </a:cubicBezTo>
                  <a:cubicBezTo>
                    <a:pt x="298" y="680"/>
                    <a:pt x="311" y="681"/>
                    <a:pt x="322" y="681"/>
                  </a:cubicBezTo>
                  <a:cubicBezTo>
                    <a:pt x="509" y="681"/>
                    <a:pt x="645" y="551"/>
                    <a:pt x="670" y="367"/>
                  </a:cubicBezTo>
                  <a:cubicBezTo>
                    <a:pt x="688" y="179"/>
                    <a:pt x="563" y="19"/>
                    <a:pt x="375" y="1"/>
                  </a:cubicBezTo>
                  <a:cubicBezTo>
                    <a:pt x="370" y="1"/>
                    <a:pt x="365" y="1"/>
                    <a:pt x="3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4853225" y="539988"/>
              <a:ext cx="67399" cy="65148"/>
            </a:xfrm>
            <a:custGeom>
              <a:avLst/>
              <a:gdLst/>
              <a:ahLst/>
              <a:cxnLst/>
              <a:rect l="l" t="t" r="r" b="b"/>
              <a:pathLst>
                <a:path w="1017" h="983" extrusionOk="0">
                  <a:moveTo>
                    <a:pt x="491" y="1"/>
                  </a:moveTo>
                  <a:cubicBezTo>
                    <a:pt x="485" y="1"/>
                    <a:pt x="479" y="1"/>
                    <a:pt x="473" y="1"/>
                  </a:cubicBezTo>
                  <a:cubicBezTo>
                    <a:pt x="187" y="1"/>
                    <a:pt x="0" y="197"/>
                    <a:pt x="9" y="492"/>
                  </a:cubicBezTo>
                  <a:cubicBezTo>
                    <a:pt x="9" y="768"/>
                    <a:pt x="232" y="982"/>
                    <a:pt x="526" y="982"/>
                  </a:cubicBezTo>
                  <a:cubicBezTo>
                    <a:pt x="803" y="982"/>
                    <a:pt x="1008" y="786"/>
                    <a:pt x="1017" y="509"/>
                  </a:cubicBezTo>
                  <a:cubicBezTo>
                    <a:pt x="1017" y="221"/>
                    <a:pt x="794" y="1"/>
                    <a:pt x="4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857825" y="705946"/>
              <a:ext cx="45595" cy="45133"/>
            </a:xfrm>
            <a:custGeom>
              <a:avLst/>
              <a:gdLst/>
              <a:ahLst/>
              <a:cxnLst/>
              <a:rect l="l" t="t" r="r" b="b"/>
              <a:pathLst>
                <a:path w="688" h="681" extrusionOk="0">
                  <a:moveTo>
                    <a:pt x="360" y="1"/>
                  </a:moveTo>
                  <a:cubicBezTo>
                    <a:pt x="188" y="1"/>
                    <a:pt x="27" y="149"/>
                    <a:pt x="10" y="340"/>
                  </a:cubicBezTo>
                  <a:cubicBezTo>
                    <a:pt x="1" y="518"/>
                    <a:pt x="117" y="661"/>
                    <a:pt x="286" y="679"/>
                  </a:cubicBezTo>
                  <a:cubicBezTo>
                    <a:pt x="298" y="680"/>
                    <a:pt x="311" y="681"/>
                    <a:pt x="322" y="681"/>
                  </a:cubicBezTo>
                  <a:cubicBezTo>
                    <a:pt x="509" y="681"/>
                    <a:pt x="645" y="551"/>
                    <a:pt x="670" y="367"/>
                  </a:cubicBezTo>
                  <a:cubicBezTo>
                    <a:pt x="688" y="179"/>
                    <a:pt x="563" y="19"/>
                    <a:pt x="375" y="1"/>
                  </a:cubicBezTo>
                  <a:cubicBezTo>
                    <a:pt x="370" y="1"/>
                    <a:pt x="365" y="1"/>
                    <a:pt x="3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205700" y="705946"/>
              <a:ext cx="45595" cy="45133"/>
            </a:xfrm>
            <a:custGeom>
              <a:avLst/>
              <a:gdLst/>
              <a:ahLst/>
              <a:cxnLst/>
              <a:rect l="l" t="t" r="r" b="b"/>
              <a:pathLst>
                <a:path w="688" h="681" extrusionOk="0">
                  <a:moveTo>
                    <a:pt x="360" y="1"/>
                  </a:moveTo>
                  <a:cubicBezTo>
                    <a:pt x="188" y="1"/>
                    <a:pt x="27" y="149"/>
                    <a:pt x="10" y="340"/>
                  </a:cubicBezTo>
                  <a:cubicBezTo>
                    <a:pt x="1" y="518"/>
                    <a:pt x="117" y="661"/>
                    <a:pt x="286" y="679"/>
                  </a:cubicBezTo>
                  <a:cubicBezTo>
                    <a:pt x="298" y="680"/>
                    <a:pt x="311" y="681"/>
                    <a:pt x="322" y="681"/>
                  </a:cubicBezTo>
                  <a:cubicBezTo>
                    <a:pt x="509" y="681"/>
                    <a:pt x="645" y="551"/>
                    <a:pt x="670" y="367"/>
                  </a:cubicBezTo>
                  <a:cubicBezTo>
                    <a:pt x="688" y="179"/>
                    <a:pt x="563" y="19"/>
                    <a:pt x="375" y="1"/>
                  </a:cubicBezTo>
                  <a:cubicBezTo>
                    <a:pt x="370" y="1"/>
                    <a:pt x="365" y="1"/>
                    <a:pt x="3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636688" y="408121"/>
              <a:ext cx="45595" cy="45133"/>
            </a:xfrm>
            <a:custGeom>
              <a:avLst/>
              <a:gdLst/>
              <a:ahLst/>
              <a:cxnLst/>
              <a:rect l="l" t="t" r="r" b="b"/>
              <a:pathLst>
                <a:path w="688" h="681" extrusionOk="0">
                  <a:moveTo>
                    <a:pt x="360" y="1"/>
                  </a:moveTo>
                  <a:cubicBezTo>
                    <a:pt x="188" y="1"/>
                    <a:pt x="27" y="149"/>
                    <a:pt x="10" y="340"/>
                  </a:cubicBezTo>
                  <a:cubicBezTo>
                    <a:pt x="1" y="518"/>
                    <a:pt x="117" y="661"/>
                    <a:pt x="286" y="679"/>
                  </a:cubicBezTo>
                  <a:cubicBezTo>
                    <a:pt x="298" y="680"/>
                    <a:pt x="311" y="681"/>
                    <a:pt x="322" y="681"/>
                  </a:cubicBezTo>
                  <a:cubicBezTo>
                    <a:pt x="509" y="681"/>
                    <a:pt x="645" y="551"/>
                    <a:pt x="670" y="367"/>
                  </a:cubicBezTo>
                  <a:cubicBezTo>
                    <a:pt x="688" y="179"/>
                    <a:pt x="563" y="19"/>
                    <a:pt x="375" y="1"/>
                  </a:cubicBezTo>
                  <a:cubicBezTo>
                    <a:pt x="370" y="1"/>
                    <a:pt x="365" y="1"/>
                    <a:pt x="3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625788" y="207650"/>
              <a:ext cx="67399" cy="65148"/>
            </a:xfrm>
            <a:custGeom>
              <a:avLst/>
              <a:gdLst/>
              <a:ahLst/>
              <a:cxnLst/>
              <a:rect l="l" t="t" r="r" b="b"/>
              <a:pathLst>
                <a:path w="1017" h="983" extrusionOk="0">
                  <a:moveTo>
                    <a:pt x="491" y="1"/>
                  </a:moveTo>
                  <a:cubicBezTo>
                    <a:pt x="485" y="1"/>
                    <a:pt x="479" y="1"/>
                    <a:pt x="473" y="1"/>
                  </a:cubicBezTo>
                  <a:cubicBezTo>
                    <a:pt x="187" y="1"/>
                    <a:pt x="0" y="197"/>
                    <a:pt x="9" y="492"/>
                  </a:cubicBezTo>
                  <a:cubicBezTo>
                    <a:pt x="9" y="768"/>
                    <a:pt x="232" y="982"/>
                    <a:pt x="526" y="982"/>
                  </a:cubicBezTo>
                  <a:cubicBezTo>
                    <a:pt x="803" y="982"/>
                    <a:pt x="1008" y="786"/>
                    <a:pt x="1017" y="509"/>
                  </a:cubicBezTo>
                  <a:cubicBezTo>
                    <a:pt x="1017" y="221"/>
                    <a:pt x="794" y="1"/>
                    <a:pt x="4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2"/>
          <p:cNvSpPr txBox="1">
            <a:spLocks noGrp="1"/>
          </p:cNvSpPr>
          <p:nvPr>
            <p:ph type="ctrTitle"/>
          </p:nvPr>
        </p:nvSpPr>
        <p:spPr>
          <a:xfrm>
            <a:off x="1649106" y="1250550"/>
            <a:ext cx="5845800" cy="205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8" name="Google Shape;38;p2"/>
          <p:cNvSpPr txBox="1">
            <a:spLocks noGrp="1"/>
          </p:cNvSpPr>
          <p:nvPr>
            <p:ph type="subTitle" idx="1"/>
          </p:nvPr>
        </p:nvSpPr>
        <p:spPr>
          <a:xfrm>
            <a:off x="1649100" y="3303150"/>
            <a:ext cx="5845800" cy="58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2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6472825" y="0"/>
            <a:ext cx="2679740" cy="2969344"/>
          </a:xfrm>
          <a:custGeom>
            <a:avLst/>
            <a:gdLst/>
            <a:ahLst/>
            <a:cxnLst/>
            <a:rect l="l" t="t" r="r" b="b"/>
            <a:pathLst>
              <a:path w="19154" h="21224" extrusionOk="0">
                <a:moveTo>
                  <a:pt x="9" y="1"/>
                </a:moveTo>
                <a:cubicBezTo>
                  <a:pt x="9" y="27"/>
                  <a:pt x="0" y="63"/>
                  <a:pt x="9" y="90"/>
                </a:cubicBezTo>
                <a:cubicBezTo>
                  <a:pt x="223" y="581"/>
                  <a:pt x="509" y="1009"/>
                  <a:pt x="910" y="1366"/>
                </a:cubicBezTo>
                <a:cubicBezTo>
                  <a:pt x="1410" y="1812"/>
                  <a:pt x="2017" y="1999"/>
                  <a:pt x="2668" y="2079"/>
                </a:cubicBezTo>
                <a:cubicBezTo>
                  <a:pt x="3078" y="2133"/>
                  <a:pt x="3498" y="2168"/>
                  <a:pt x="3908" y="2240"/>
                </a:cubicBezTo>
                <a:cubicBezTo>
                  <a:pt x="4434" y="2320"/>
                  <a:pt x="4916" y="2534"/>
                  <a:pt x="5291" y="2918"/>
                </a:cubicBezTo>
                <a:cubicBezTo>
                  <a:pt x="5639" y="3266"/>
                  <a:pt x="5755" y="3685"/>
                  <a:pt x="5639" y="4158"/>
                </a:cubicBezTo>
                <a:cubicBezTo>
                  <a:pt x="5585" y="4336"/>
                  <a:pt x="5514" y="4515"/>
                  <a:pt x="5451" y="4684"/>
                </a:cubicBezTo>
                <a:cubicBezTo>
                  <a:pt x="5362" y="4907"/>
                  <a:pt x="5246" y="5130"/>
                  <a:pt x="5175" y="5362"/>
                </a:cubicBezTo>
                <a:cubicBezTo>
                  <a:pt x="4907" y="6156"/>
                  <a:pt x="4987" y="6941"/>
                  <a:pt x="5308" y="7708"/>
                </a:cubicBezTo>
                <a:cubicBezTo>
                  <a:pt x="5719" y="8708"/>
                  <a:pt x="6433" y="9430"/>
                  <a:pt x="7369" y="9939"/>
                </a:cubicBezTo>
                <a:cubicBezTo>
                  <a:pt x="8333" y="10456"/>
                  <a:pt x="9376" y="10697"/>
                  <a:pt x="10456" y="10786"/>
                </a:cubicBezTo>
                <a:cubicBezTo>
                  <a:pt x="11063" y="10831"/>
                  <a:pt x="11660" y="10858"/>
                  <a:pt x="12267" y="10902"/>
                </a:cubicBezTo>
                <a:cubicBezTo>
                  <a:pt x="12677" y="10938"/>
                  <a:pt x="13088" y="11009"/>
                  <a:pt x="13489" y="11134"/>
                </a:cubicBezTo>
                <a:cubicBezTo>
                  <a:pt x="14515" y="11473"/>
                  <a:pt x="15157" y="12151"/>
                  <a:pt x="15362" y="13230"/>
                </a:cubicBezTo>
                <a:cubicBezTo>
                  <a:pt x="15443" y="13668"/>
                  <a:pt x="15443" y="14114"/>
                  <a:pt x="15398" y="14551"/>
                </a:cubicBezTo>
                <a:cubicBezTo>
                  <a:pt x="15336" y="15166"/>
                  <a:pt x="15247" y="15773"/>
                  <a:pt x="15166" y="16380"/>
                </a:cubicBezTo>
                <a:cubicBezTo>
                  <a:pt x="15086" y="17022"/>
                  <a:pt x="15006" y="17655"/>
                  <a:pt x="15068" y="18298"/>
                </a:cubicBezTo>
                <a:cubicBezTo>
                  <a:pt x="15175" y="19413"/>
                  <a:pt x="15719" y="20225"/>
                  <a:pt x="16763" y="20680"/>
                </a:cubicBezTo>
                <a:cubicBezTo>
                  <a:pt x="17147" y="20849"/>
                  <a:pt x="17557" y="20956"/>
                  <a:pt x="17976" y="21027"/>
                </a:cubicBezTo>
                <a:cubicBezTo>
                  <a:pt x="18369" y="21099"/>
                  <a:pt x="18761" y="21161"/>
                  <a:pt x="19154" y="21224"/>
                </a:cubicBezTo>
                <a:lnTo>
                  <a:pt x="19154" y="1"/>
                </a:lnTo>
                <a:close/>
              </a:path>
            </a:pathLst>
          </a:custGeom>
          <a:solidFill>
            <a:srgbClr val="FF401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0" y="2035325"/>
            <a:ext cx="2858497" cy="3108189"/>
          </a:xfrm>
          <a:custGeom>
            <a:avLst/>
            <a:gdLst/>
            <a:ahLst/>
            <a:cxnLst/>
            <a:rect l="l" t="t" r="r" b="b"/>
            <a:pathLst>
              <a:path w="19084" h="20751" extrusionOk="0">
                <a:moveTo>
                  <a:pt x="1" y="0"/>
                </a:moveTo>
                <a:lnTo>
                  <a:pt x="1" y="20751"/>
                </a:lnTo>
                <a:lnTo>
                  <a:pt x="19083" y="20751"/>
                </a:lnTo>
                <a:cubicBezTo>
                  <a:pt x="19083" y="20724"/>
                  <a:pt x="19083" y="20706"/>
                  <a:pt x="19083" y="20697"/>
                </a:cubicBezTo>
                <a:cubicBezTo>
                  <a:pt x="19056" y="20652"/>
                  <a:pt x="19030" y="20608"/>
                  <a:pt x="19003" y="20563"/>
                </a:cubicBezTo>
                <a:cubicBezTo>
                  <a:pt x="18485" y="19751"/>
                  <a:pt x="17736" y="19296"/>
                  <a:pt x="16781" y="19172"/>
                </a:cubicBezTo>
                <a:cubicBezTo>
                  <a:pt x="16362" y="19118"/>
                  <a:pt x="15943" y="19073"/>
                  <a:pt x="15524" y="19020"/>
                </a:cubicBezTo>
                <a:cubicBezTo>
                  <a:pt x="15042" y="18949"/>
                  <a:pt x="14596" y="18788"/>
                  <a:pt x="14203" y="18476"/>
                </a:cubicBezTo>
                <a:cubicBezTo>
                  <a:pt x="13677" y="18056"/>
                  <a:pt x="13516" y="17530"/>
                  <a:pt x="13730" y="16888"/>
                </a:cubicBezTo>
                <a:cubicBezTo>
                  <a:pt x="13820" y="16656"/>
                  <a:pt x="13918" y="16424"/>
                  <a:pt x="14025" y="16192"/>
                </a:cubicBezTo>
                <a:cubicBezTo>
                  <a:pt x="14337" y="15496"/>
                  <a:pt x="14373" y="14774"/>
                  <a:pt x="14176" y="14033"/>
                </a:cubicBezTo>
                <a:cubicBezTo>
                  <a:pt x="13882" y="12927"/>
                  <a:pt x="13222" y="12088"/>
                  <a:pt x="12258" y="11482"/>
                </a:cubicBezTo>
                <a:cubicBezTo>
                  <a:pt x="11295" y="10866"/>
                  <a:pt x="10216" y="10581"/>
                  <a:pt x="9083" y="10474"/>
                </a:cubicBezTo>
                <a:cubicBezTo>
                  <a:pt x="8485" y="10411"/>
                  <a:pt x="7878" y="10393"/>
                  <a:pt x="7280" y="10349"/>
                </a:cubicBezTo>
                <a:cubicBezTo>
                  <a:pt x="6808" y="10313"/>
                  <a:pt x="6344" y="10259"/>
                  <a:pt x="5898" y="10117"/>
                </a:cubicBezTo>
                <a:cubicBezTo>
                  <a:pt x="4800" y="9787"/>
                  <a:pt x="4131" y="9073"/>
                  <a:pt x="3944" y="7922"/>
                </a:cubicBezTo>
                <a:cubicBezTo>
                  <a:pt x="3846" y="7307"/>
                  <a:pt x="3899" y="6700"/>
                  <a:pt x="3980" y="6084"/>
                </a:cubicBezTo>
                <a:cubicBezTo>
                  <a:pt x="4069" y="5389"/>
                  <a:pt x="4167" y="4684"/>
                  <a:pt x="4247" y="3988"/>
                </a:cubicBezTo>
                <a:cubicBezTo>
                  <a:pt x="4301" y="3471"/>
                  <a:pt x="4292" y="2962"/>
                  <a:pt x="4167" y="2454"/>
                </a:cubicBezTo>
                <a:cubicBezTo>
                  <a:pt x="3944" y="1481"/>
                  <a:pt x="3328" y="848"/>
                  <a:pt x="2410" y="491"/>
                </a:cubicBezTo>
                <a:cubicBezTo>
                  <a:pt x="1803" y="259"/>
                  <a:pt x="1161" y="161"/>
                  <a:pt x="518" y="72"/>
                </a:cubicBezTo>
                <a:cubicBezTo>
                  <a:pt x="349" y="45"/>
                  <a:pt x="179" y="27"/>
                  <a:pt x="1" y="0"/>
                </a:cubicBezTo>
                <a:close/>
              </a:path>
            </a:pathLst>
          </a:custGeom>
          <a:solidFill>
            <a:srgbClr val="FF401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3"/>
          <p:cNvGrpSpPr/>
          <p:nvPr/>
        </p:nvGrpSpPr>
        <p:grpSpPr>
          <a:xfrm>
            <a:off x="144406" y="110144"/>
            <a:ext cx="8704006" cy="4863610"/>
            <a:chOff x="144406" y="110144"/>
            <a:chExt cx="8704006" cy="4863610"/>
          </a:xfrm>
        </p:grpSpPr>
        <p:sp>
          <p:nvSpPr>
            <p:cNvPr id="43" name="Google Shape;43;p3"/>
            <p:cNvSpPr/>
            <p:nvPr/>
          </p:nvSpPr>
          <p:spPr>
            <a:xfrm>
              <a:off x="8527877" y="3338158"/>
              <a:ext cx="320535" cy="247851"/>
            </a:xfrm>
            <a:custGeom>
              <a:avLst/>
              <a:gdLst/>
              <a:ahLst/>
              <a:cxnLst/>
              <a:rect l="l" t="t" r="r" b="b"/>
              <a:pathLst>
                <a:path w="4051" h="3132" extrusionOk="0">
                  <a:moveTo>
                    <a:pt x="873" y="1"/>
                  </a:moveTo>
                  <a:cubicBezTo>
                    <a:pt x="794" y="1"/>
                    <a:pt x="706" y="25"/>
                    <a:pt x="607" y="71"/>
                  </a:cubicBezTo>
                  <a:cubicBezTo>
                    <a:pt x="205" y="268"/>
                    <a:pt x="0" y="705"/>
                    <a:pt x="143" y="1133"/>
                  </a:cubicBezTo>
                  <a:cubicBezTo>
                    <a:pt x="321" y="1641"/>
                    <a:pt x="517" y="2132"/>
                    <a:pt x="732" y="2623"/>
                  </a:cubicBezTo>
                  <a:cubicBezTo>
                    <a:pt x="874" y="2953"/>
                    <a:pt x="1151" y="3113"/>
                    <a:pt x="1543" y="3131"/>
                  </a:cubicBezTo>
                  <a:cubicBezTo>
                    <a:pt x="1606" y="3122"/>
                    <a:pt x="1704" y="3122"/>
                    <a:pt x="1784" y="3087"/>
                  </a:cubicBezTo>
                  <a:cubicBezTo>
                    <a:pt x="2364" y="2872"/>
                    <a:pt x="2935" y="2649"/>
                    <a:pt x="3506" y="2409"/>
                  </a:cubicBezTo>
                  <a:cubicBezTo>
                    <a:pt x="3863" y="2257"/>
                    <a:pt x="4050" y="1891"/>
                    <a:pt x="4006" y="1508"/>
                  </a:cubicBezTo>
                  <a:cubicBezTo>
                    <a:pt x="3972" y="1216"/>
                    <a:pt x="3809" y="1043"/>
                    <a:pt x="3585" y="1043"/>
                  </a:cubicBezTo>
                  <a:cubicBezTo>
                    <a:pt x="3513" y="1043"/>
                    <a:pt x="3436" y="1061"/>
                    <a:pt x="3354" y="1097"/>
                  </a:cubicBezTo>
                  <a:cubicBezTo>
                    <a:pt x="3149" y="1186"/>
                    <a:pt x="2935" y="1249"/>
                    <a:pt x="2730" y="1347"/>
                  </a:cubicBezTo>
                  <a:cubicBezTo>
                    <a:pt x="2591" y="1415"/>
                    <a:pt x="2445" y="1448"/>
                    <a:pt x="2303" y="1448"/>
                  </a:cubicBezTo>
                  <a:cubicBezTo>
                    <a:pt x="1928" y="1448"/>
                    <a:pt x="1579" y="1217"/>
                    <a:pt x="1436" y="803"/>
                  </a:cubicBezTo>
                  <a:cubicBezTo>
                    <a:pt x="1383" y="633"/>
                    <a:pt x="1311" y="473"/>
                    <a:pt x="1249" y="312"/>
                  </a:cubicBezTo>
                  <a:cubicBezTo>
                    <a:pt x="1159" y="102"/>
                    <a:pt x="1036" y="1"/>
                    <a:pt x="8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7906564" y="266544"/>
              <a:ext cx="75182" cy="77532"/>
            </a:xfrm>
            <a:custGeom>
              <a:avLst/>
              <a:gdLst/>
              <a:ahLst/>
              <a:cxnLst/>
              <a:rect l="l" t="t" r="r" b="b"/>
              <a:pathLst>
                <a:path w="1152" h="1188" extrusionOk="0">
                  <a:moveTo>
                    <a:pt x="572" y="1"/>
                  </a:moveTo>
                  <a:cubicBezTo>
                    <a:pt x="251" y="1"/>
                    <a:pt x="1" y="250"/>
                    <a:pt x="1" y="563"/>
                  </a:cubicBezTo>
                  <a:cubicBezTo>
                    <a:pt x="1" y="893"/>
                    <a:pt x="260" y="1178"/>
                    <a:pt x="554" y="1187"/>
                  </a:cubicBezTo>
                  <a:cubicBezTo>
                    <a:pt x="875" y="1187"/>
                    <a:pt x="1152" y="928"/>
                    <a:pt x="1143" y="607"/>
                  </a:cubicBezTo>
                  <a:cubicBezTo>
                    <a:pt x="1143" y="268"/>
                    <a:pt x="884" y="1"/>
                    <a:pt x="5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8303100" y="617588"/>
              <a:ext cx="58279" cy="60107"/>
            </a:xfrm>
            <a:custGeom>
              <a:avLst/>
              <a:gdLst/>
              <a:ahLst/>
              <a:cxnLst/>
              <a:rect l="l" t="t" r="r" b="b"/>
              <a:pathLst>
                <a:path w="893" h="921" extrusionOk="0">
                  <a:moveTo>
                    <a:pt x="461" y="1"/>
                  </a:moveTo>
                  <a:cubicBezTo>
                    <a:pt x="456" y="1"/>
                    <a:pt x="451" y="1"/>
                    <a:pt x="446" y="1"/>
                  </a:cubicBezTo>
                  <a:cubicBezTo>
                    <a:pt x="196" y="10"/>
                    <a:pt x="0" y="215"/>
                    <a:pt x="9" y="465"/>
                  </a:cubicBezTo>
                  <a:cubicBezTo>
                    <a:pt x="18" y="710"/>
                    <a:pt x="206" y="920"/>
                    <a:pt x="432" y="920"/>
                  </a:cubicBezTo>
                  <a:cubicBezTo>
                    <a:pt x="437" y="920"/>
                    <a:pt x="442" y="920"/>
                    <a:pt x="446" y="920"/>
                  </a:cubicBezTo>
                  <a:cubicBezTo>
                    <a:pt x="696" y="911"/>
                    <a:pt x="892" y="706"/>
                    <a:pt x="883" y="456"/>
                  </a:cubicBezTo>
                  <a:cubicBezTo>
                    <a:pt x="883" y="203"/>
                    <a:pt x="695" y="1"/>
                    <a:pt x="4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8423993" y="744973"/>
              <a:ext cx="52471" cy="52993"/>
            </a:xfrm>
            <a:custGeom>
              <a:avLst/>
              <a:gdLst/>
              <a:ahLst/>
              <a:cxnLst/>
              <a:rect l="l" t="t" r="r" b="b"/>
              <a:pathLst>
                <a:path w="804" h="812" extrusionOk="0">
                  <a:moveTo>
                    <a:pt x="429" y="0"/>
                  </a:moveTo>
                  <a:cubicBezTo>
                    <a:pt x="188" y="0"/>
                    <a:pt x="1" y="178"/>
                    <a:pt x="10" y="428"/>
                  </a:cubicBezTo>
                  <a:cubicBezTo>
                    <a:pt x="10" y="660"/>
                    <a:pt x="170" y="812"/>
                    <a:pt x="393" y="812"/>
                  </a:cubicBezTo>
                  <a:cubicBezTo>
                    <a:pt x="625" y="812"/>
                    <a:pt x="795" y="633"/>
                    <a:pt x="804" y="402"/>
                  </a:cubicBezTo>
                  <a:cubicBezTo>
                    <a:pt x="804" y="170"/>
                    <a:pt x="652" y="9"/>
                    <a:pt x="4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8397768" y="1030648"/>
              <a:ext cx="52471" cy="52993"/>
            </a:xfrm>
            <a:custGeom>
              <a:avLst/>
              <a:gdLst/>
              <a:ahLst/>
              <a:cxnLst/>
              <a:rect l="l" t="t" r="r" b="b"/>
              <a:pathLst>
                <a:path w="804" h="812" extrusionOk="0">
                  <a:moveTo>
                    <a:pt x="429" y="0"/>
                  </a:moveTo>
                  <a:cubicBezTo>
                    <a:pt x="188" y="0"/>
                    <a:pt x="1" y="178"/>
                    <a:pt x="10" y="428"/>
                  </a:cubicBezTo>
                  <a:cubicBezTo>
                    <a:pt x="10" y="660"/>
                    <a:pt x="170" y="812"/>
                    <a:pt x="393" y="812"/>
                  </a:cubicBezTo>
                  <a:cubicBezTo>
                    <a:pt x="625" y="812"/>
                    <a:pt x="795" y="633"/>
                    <a:pt x="804" y="402"/>
                  </a:cubicBezTo>
                  <a:cubicBezTo>
                    <a:pt x="804" y="170"/>
                    <a:pt x="652" y="9"/>
                    <a:pt x="4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8250631" y="344076"/>
              <a:ext cx="75174" cy="75928"/>
            </a:xfrm>
            <a:custGeom>
              <a:avLst/>
              <a:gdLst/>
              <a:ahLst/>
              <a:cxnLst/>
              <a:rect l="l" t="t" r="r" b="b"/>
              <a:pathLst>
                <a:path w="804" h="812" extrusionOk="0">
                  <a:moveTo>
                    <a:pt x="429" y="0"/>
                  </a:moveTo>
                  <a:cubicBezTo>
                    <a:pt x="188" y="0"/>
                    <a:pt x="1" y="178"/>
                    <a:pt x="10" y="428"/>
                  </a:cubicBezTo>
                  <a:cubicBezTo>
                    <a:pt x="10" y="660"/>
                    <a:pt x="170" y="812"/>
                    <a:pt x="393" y="812"/>
                  </a:cubicBezTo>
                  <a:cubicBezTo>
                    <a:pt x="625" y="812"/>
                    <a:pt x="795" y="633"/>
                    <a:pt x="804" y="402"/>
                  </a:cubicBezTo>
                  <a:cubicBezTo>
                    <a:pt x="804" y="170"/>
                    <a:pt x="652" y="9"/>
                    <a:pt x="4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2603206" y="420001"/>
              <a:ext cx="75174" cy="75928"/>
            </a:xfrm>
            <a:custGeom>
              <a:avLst/>
              <a:gdLst/>
              <a:ahLst/>
              <a:cxnLst/>
              <a:rect l="l" t="t" r="r" b="b"/>
              <a:pathLst>
                <a:path w="804" h="812" extrusionOk="0">
                  <a:moveTo>
                    <a:pt x="429" y="0"/>
                  </a:moveTo>
                  <a:cubicBezTo>
                    <a:pt x="188" y="0"/>
                    <a:pt x="1" y="178"/>
                    <a:pt x="10" y="428"/>
                  </a:cubicBezTo>
                  <a:cubicBezTo>
                    <a:pt x="10" y="660"/>
                    <a:pt x="170" y="812"/>
                    <a:pt x="393" y="812"/>
                  </a:cubicBezTo>
                  <a:cubicBezTo>
                    <a:pt x="625" y="812"/>
                    <a:pt x="795" y="633"/>
                    <a:pt x="804" y="402"/>
                  </a:cubicBezTo>
                  <a:cubicBezTo>
                    <a:pt x="804" y="170"/>
                    <a:pt x="652" y="9"/>
                    <a:pt x="4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3202706" y="1153151"/>
              <a:ext cx="75174" cy="75928"/>
            </a:xfrm>
            <a:custGeom>
              <a:avLst/>
              <a:gdLst/>
              <a:ahLst/>
              <a:cxnLst/>
              <a:rect l="l" t="t" r="r" b="b"/>
              <a:pathLst>
                <a:path w="804" h="812" extrusionOk="0">
                  <a:moveTo>
                    <a:pt x="429" y="0"/>
                  </a:moveTo>
                  <a:cubicBezTo>
                    <a:pt x="188" y="0"/>
                    <a:pt x="1" y="178"/>
                    <a:pt x="10" y="428"/>
                  </a:cubicBezTo>
                  <a:cubicBezTo>
                    <a:pt x="10" y="660"/>
                    <a:pt x="170" y="812"/>
                    <a:pt x="393" y="812"/>
                  </a:cubicBezTo>
                  <a:cubicBezTo>
                    <a:pt x="625" y="812"/>
                    <a:pt x="795" y="633"/>
                    <a:pt x="804" y="402"/>
                  </a:cubicBezTo>
                  <a:cubicBezTo>
                    <a:pt x="804" y="170"/>
                    <a:pt x="652" y="9"/>
                    <a:pt x="4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3202706" y="4603501"/>
              <a:ext cx="75174" cy="75928"/>
            </a:xfrm>
            <a:custGeom>
              <a:avLst/>
              <a:gdLst/>
              <a:ahLst/>
              <a:cxnLst/>
              <a:rect l="l" t="t" r="r" b="b"/>
              <a:pathLst>
                <a:path w="804" h="812" extrusionOk="0">
                  <a:moveTo>
                    <a:pt x="429" y="0"/>
                  </a:moveTo>
                  <a:cubicBezTo>
                    <a:pt x="188" y="0"/>
                    <a:pt x="1" y="178"/>
                    <a:pt x="10" y="428"/>
                  </a:cubicBezTo>
                  <a:cubicBezTo>
                    <a:pt x="10" y="660"/>
                    <a:pt x="170" y="812"/>
                    <a:pt x="393" y="812"/>
                  </a:cubicBezTo>
                  <a:cubicBezTo>
                    <a:pt x="625" y="812"/>
                    <a:pt x="795" y="633"/>
                    <a:pt x="804" y="402"/>
                  </a:cubicBezTo>
                  <a:cubicBezTo>
                    <a:pt x="804" y="170"/>
                    <a:pt x="652" y="9"/>
                    <a:pt x="4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2855156" y="4349401"/>
              <a:ext cx="75174" cy="75928"/>
            </a:xfrm>
            <a:custGeom>
              <a:avLst/>
              <a:gdLst/>
              <a:ahLst/>
              <a:cxnLst/>
              <a:rect l="l" t="t" r="r" b="b"/>
              <a:pathLst>
                <a:path w="804" h="812" extrusionOk="0">
                  <a:moveTo>
                    <a:pt x="429" y="0"/>
                  </a:moveTo>
                  <a:cubicBezTo>
                    <a:pt x="188" y="0"/>
                    <a:pt x="1" y="178"/>
                    <a:pt x="10" y="428"/>
                  </a:cubicBezTo>
                  <a:cubicBezTo>
                    <a:pt x="10" y="660"/>
                    <a:pt x="170" y="812"/>
                    <a:pt x="393" y="812"/>
                  </a:cubicBezTo>
                  <a:cubicBezTo>
                    <a:pt x="625" y="812"/>
                    <a:pt x="795" y="633"/>
                    <a:pt x="804" y="402"/>
                  </a:cubicBezTo>
                  <a:cubicBezTo>
                    <a:pt x="804" y="170"/>
                    <a:pt x="652" y="9"/>
                    <a:pt x="4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144406" y="4897826"/>
              <a:ext cx="75174" cy="75928"/>
            </a:xfrm>
            <a:custGeom>
              <a:avLst/>
              <a:gdLst/>
              <a:ahLst/>
              <a:cxnLst/>
              <a:rect l="l" t="t" r="r" b="b"/>
              <a:pathLst>
                <a:path w="804" h="812" extrusionOk="0">
                  <a:moveTo>
                    <a:pt x="429" y="0"/>
                  </a:moveTo>
                  <a:cubicBezTo>
                    <a:pt x="188" y="0"/>
                    <a:pt x="1" y="178"/>
                    <a:pt x="10" y="428"/>
                  </a:cubicBezTo>
                  <a:cubicBezTo>
                    <a:pt x="10" y="660"/>
                    <a:pt x="170" y="812"/>
                    <a:pt x="393" y="812"/>
                  </a:cubicBezTo>
                  <a:cubicBezTo>
                    <a:pt x="625" y="812"/>
                    <a:pt x="795" y="633"/>
                    <a:pt x="804" y="402"/>
                  </a:cubicBezTo>
                  <a:cubicBezTo>
                    <a:pt x="804" y="170"/>
                    <a:pt x="652" y="9"/>
                    <a:pt x="4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2007189" y="110144"/>
              <a:ext cx="75182" cy="77532"/>
            </a:xfrm>
            <a:custGeom>
              <a:avLst/>
              <a:gdLst/>
              <a:ahLst/>
              <a:cxnLst/>
              <a:rect l="l" t="t" r="r" b="b"/>
              <a:pathLst>
                <a:path w="1152" h="1188" extrusionOk="0">
                  <a:moveTo>
                    <a:pt x="572" y="1"/>
                  </a:moveTo>
                  <a:cubicBezTo>
                    <a:pt x="251" y="1"/>
                    <a:pt x="1" y="250"/>
                    <a:pt x="1" y="563"/>
                  </a:cubicBezTo>
                  <a:cubicBezTo>
                    <a:pt x="1" y="893"/>
                    <a:pt x="260" y="1178"/>
                    <a:pt x="554" y="1187"/>
                  </a:cubicBezTo>
                  <a:cubicBezTo>
                    <a:pt x="875" y="1187"/>
                    <a:pt x="1152" y="928"/>
                    <a:pt x="1143" y="607"/>
                  </a:cubicBezTo>
                  <a:cubicBezTo>
                    <a:pt x="1143" y="268"/>
                    <a:pt x="884" y="1"/>
                    <a:pt x="5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2970989" y="1899944"/>
              <a:ext cx="75182" cy="77532"/>
            </a:xfrm>
            <a:custGeom>
              <a:avLst/>
              <a:gdLst/>
              <a:ahLst/>
              <a:cxnLst/>
              <a:rect l="l" t="t" r="r" b="b"/>
              <a:pathLst>
                <a:path w="1152" h="1188" extrusionOk="0">
                  <a:moveTo>
                    <a:pt x="572" y="1"/>
                  </a:moveTo>
                  <a:cubicBezTo>
                    <a:pt x="251" y="1"/>
                    <a:pt x="1" y="250"/>
                    <a:pt x="1" y="563"/>
                  </a:cubicBezTo>
                  <a:cubicBezTo>
                    <a:pt x="1" y="893"/>
                    <a:pt x="260" y="1178"/>
                    <a:pt x="554" y="1187"/>
                  </a:cubicBezTo>
                  <a:cubicBezTo>
                    <a:pt x="875" y="1187"/>
                    <a:pt x="1152" y="928"/>
                    <a:pt x="1143" y="607"/>
                  </a:cubicBezTo>
                  <a:cubicBezTo>
                    <a:pt x="1143" y="268"/>
                    <a:pt x="884" y="1"/>
                    <a:pt x="5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2678364" y="2363894"/>
              <a:ext cx="75182" cy="77532"/>
            </a:xfrm>
            <a:custGeom>
              <a:avLst/>
              <a:gdLst/>
              <a:ahLst/>
              <a:cxnLst/>
              <a:rect l="l" t="t" r="r" b="b"/>
              <a:pathLst>
                <a:path w="1152" h="1188" extrusionOk="0">
                  <a:moveTo>
                    <a:pt x="572" y="1"/>
                  </a:moveTo>
                  <a:cubicBezTo>
                    <a:pt x="251" y="1"/>
                    <a:pt x="1" y="250"/>
                    <a:pt x="1" y="563"/>
                  </a:cubicBezTo>
                  <a:cubicBezTo>
                    <a:pt x="1" y="893"/>
                    <a:pt x="260" y="1178"/>
                    <a:pt x="554" y="1187"/>
                  </a:cubicBezTo>
                  <a:cubicBezTo>
                    <a:pt x="875" y="1187"/>
                    <a:pt x="1152" y="928"/>
                    <a:pt x="1143" y="607"/>
                  </a:cubicBezTo>
                  <a:cubicBezTo>
                    <a:pt x="1143" y="268"/>
                    <a:pt x="884" y="1"/>
                    <a:pt x="5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2386325" y="1908651"/>
              <a:ext cx="58279" cy="60107"/>
            </a:xfrm>
            <a:custGeom>
              <a:avLst/>
              <a:gdLst/>
              <a:ahLst/>
              <a:cxnLst/>
              <a:rect l="l" t="t" r="r" b="b"/>
              <a:pathLst>
                <a:path w="893" h="921" extrusionOk="0">
                  <a:moveTo>
                    <a:pt x="461" y="1"/>
                  </a:moveTo>
                  <a:cubicBezTo>
                    <a:pt x="456" y="1"/>
                    <a:pt x="451" y="1"/>
                    <a:pt x="446" y="1"/>
                  </a:cubicBezTo>
                  <a:cubicBezTo>
                    <a:pt x="196" y="10"/>
                    <a:pt x="0" y="215"/>
                    <a:pt x="9" y="465"/>
                  </a:cubicBezTo>
                  <a:cubicBezTo>
                    <a:pt x="18" y="710"/>
                    <a:pt x="206" y="920"/>
                    <a:pt x="432" y="920"/>
                  </a:cubicBezTo>
                  <a:cubicBezTo>
                    <a:pt x="437" y="920"/>
                    <a:pt x="442" y="920"/>
                    <a:pt x="446" y="920"/>
                  </a:cubicBezTo>
                  <a:cubicBezTo>
                    <a:pt x="696" y="911"/>
                    <a:pt x="892" y="706"/>
                    <a:pt x="883" y="456"/>
                  </a:cubicBezTo>
                  <a:cubicBezTo>
                    <a:pt x="883" y="203"/>
                    <a:pt x="695" y="1"/>
                    <a:pt x="4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2203875" y="2303801"/>
              <a:ext cx="58279" cy="60107"/>
            </a:xfrm>
            <a:custGeom>
              <a:avLst/>
              <a:gdLst/>
              <a:ahLst/>
              <a:cxnLst/>
              <a:rect l="l" t="t" r="r" b="b"/>
              <a:pathLst>
                <a:path w="893" h="921" extrusionOk="0">
                  <a:moveTo>
                    <a:pt x="461" y="1"/>
                  </a:moveTo>
                  <a:cubicBezTo>
                    <a:pt x="456" y="1"/>
                    <a:pt x="451" y="1"/>
                    <a:pt x="446" y="1"/>
                  </a:cubicBezTo>
                  <a:cubicBezTo>
                    <a:pt x="196" y="10"/>
                    <a:pt x="0" y="215"/>
                    <a:pt x="9" y="465"/>
                  </a:cubicBezTo>
                  <a:cubicBezTo>
                    <a:pt x="18" y="710"/>
                    <a:pt x="206" y="920"/>
                    <a:pt x="432" y="920"/>
                  </a:cubicBezTo>
                  <a:cubicBezTo>
                    <a:pt x="437" y="920"/>
                    <a:pt x="442" y="920"/>
                    <a:pt x="446" y="920"/>
                  </a:cubicBezTo>
                  <a:cubicBezTo>
                    <a:pt x="696" y="911"/>
                    <a:pt x="892" y="706"/>
                    <a:pt x="883" y="456"/>
                  </a:cubicBezTo>
                  <a:cubicBezTo>
                    <a:pt x="883" y="203"/>
                    <a:pt x="695" y="1"/>
                    <a:pt x="4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2863600" y="2441426"/>
              <a:ext cx="58279" cy="60107"/>
            </a:xfrm>
            <a:custGeom>
              <a:avLst/>
              <a:gdLst/>
              <a:ahLst/>
              <a:cxnLst/>
              <a:rect l="l" t="t" r="r" b="b"/>
              <a:pathLst>
                <a:path w="893" h="921" extrusionOk="0">
                  <a:moveTo>
                    <a:pt x="461" y="1"/>
                  </a:moveTo>
                  <a:cubicBezTo>
                    <a:pt x="456" y="1"/>
                    <a:pt x="451" y="1"/>
                    <a:pt x="446" y="1"/>
                  </a:cubicBezTo>
                  <a:cubicBezTo>
                    <a:pt x="196" y="10"/>
                    <a:pt x="0" y="215"/>
                    <a:pt x="9" y="465"/>
                  </a:cubicBezTo>
                  <a:cubicBezTo>
                    <a:pt x="18" y="710"/>
                    <a:pt x="206" y="920"/>
                    <a:pt x="432" y="920"/>
                  </a:cubicBezTo>
                  <a:cubicBezTo>
                    <a:pt x="437" y="920"/>
                    <a:pt x="442" y="920"/>
                    <a:pt x="446" y="920"/>
                  </a:cubicBezTo>
                  <a:cubicBezTo>
                    <a:pt x="696" y="911"/>
                    <a:pt x="892" y="706"/>
                    <a:pt x="883" y="456"/>
                  </a:cubicBezTo>
                  <a:cubicBezTo>
                    <a:pt x="883" y="203"/>
                    <a:pt x="695" y="1"/>
                    <a:pt x="4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182039" y="501232"/>
              <a:ext cx="75182" cy="77532"/>
            </a:xfrm>
            <a:custGeom>
              <a:avLst/>
              <a:gdLst/>
              <a:ahLst/>
              <a:cxnLst/>
              <a:rect l="l" t="t" r="r" b="b"/>
              <a:pathLst>
                <a:path w="1152" h="1188" extrusionOk="0">
                  <a:moveTo>
                    <a:pt x="572" y="1"/>
                  </a:moveTo>
                  <a:cubicBezTo>
                    <a:pt x="251" y="1"/>
                    <a:pt x="1" y="250"/>
                    <a:pt x="1" y="563"/>
                  </a:cubicBezTo>
                  <a:cubicBezTo>
                    <a:pt x="1" y="893"/>
                    <a:pt x="260" y="1178"/>
                    <a:pt x="554" y="1187"/>
                  </a:cubicBezTo>
                  <a:cubicBezTo>
                    <a:pt x="875" y="1187"/>
                    <a:pt x="1152" y="928"/>
                    <a:pt x="1143" y="607"/>
                  </a:cubicBezTo>
                  <a:cubicBezTo>
                    <a:pt x="1143" y="268"/>
                    <a:pt x="884" y="1"/>
                    <a:pt x="5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3202689" y="4602694"/>
              <a:ext cx="75182" cy="77532"/>
            </a:xfrm>
            <a:custGeom>
              <a:avLst/>
              <a:gdLst/>
              <a:ahLst/>
              <a:cxnLst/>
              <a:rect l="l" t="t" r="r" b="b"/>
              <a:pathLst>
                <a:path w="1152" h="1188" extrusionOk="0">
                  <a:moveTo>
                    <a:pt x="572" y="1"/>
                  </a:moveTo>
                  <a:cubicBezTo>
                    <a:pt x="251" y="1"/>
                    <a:pt x="1" y="250"/>
                    <a:pt x="1" y="563"/>
                  </a:cubicBezTo>
                  <a:cubicBezTo>
                    <a:pt x="1" y="893"/>
                    <a:pt x="260" y="1178"/>
                    <a:pt x="554" y="1187"/>
                  </a:cubicBezTo>
                  <a:cubicBezTo>
                    <a:pt x="875" y="1187"/>
                    <a:pt x="1152" y="928"/>
                    <a:pt x="1143" y="607"/>
                  </a:cubicBezTo>
                  <a:cubicBezTo>
                    <a:pt x="1143" y="268"/>
                    <a:pt x="884" y="1"/>
                    <a:pt x="5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2863589" y="4348594"/>
              <a:ext cx="75182" cy="77532"/>
            </a:xfrm>
            <a:custGeom>
              <a:avLst/>
              <a:gdLst/>
              <a:ahLst/>
              <a:cxnLst/>
              <a:rect l="l" t="t" r="r" b="b"/>
              <a:pathLst>
                <a:path w="1152" h="1188" extrusionOk="0">
                  <a:moveTo>
                    <a:pt x="572" y="1"/>
                  </a:moveTo>
                  <a:cubicBezTo>
                    <a:pt x="251" y="1"/>
                    <a:pt x="1" y="250"/>
                    <a:pt x="1" y="563"/>
                  </a:cubicBezTo>
                  <a:cubicBezTo>
                    <a:pt x="1" y="893"/>
                    <a:pt x="260" y="1178"/>
                    <a:pt x="554" y="1187"/>
                  </a:cubicBezTo>
                  <a:cubicBezTo>
                    <a:pt x="875" y="1187"/>
                    <a:pt x="1152" y="928"/>
                    <a:pt x="1143" y="607"/>
                  </a:cubicBezTo>
                  <a:cubicBezTo>
                    <a:pt x="1143" y="268"/>
                    <a:pt x="884" y="1"/>
                    <a:pt x="5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2863600" y="4611413"/>
              <a:ext cx="58279" cy="60107"/>
            </a:xfrm>
            <a:custGeom>
              <a:avLst/>
              <a:gdLst/>
              <a:ahLst/>
              <a:cxnLst/>
              <a:rect l="l" t="t" r="r" b="b"/>
              <a:pathLst>
                <a:path w="893" h="921" extrusionOk="0">
                  <a:moveTo>
                    <a:pt x="461" y="1"/>
                  </a:moveTo>
                  <a:cubicBezTo>
                    <a:pt x="456" y="1"/>
                    <a:pt x="451" y="1"/>
                    <a:pt x="446" y="1"/>
                  </a:cubicBezTo>
                  <a:cubicBezTo>
                    <a:pt x="196" y="10"/>
                    <a:pt x="0" y="215"/>
                    <a:pt x="9" y="465"/>
                  </a:cubicBezTo>
                  <a:cubicBezTo>
                    <a:pt x="18" y="710"/>
                    <a:pt x="206" y="920"/>
                    <a:pt x="432" y="920"/>
                  </a:cubicBezTo>
                  <a:cubicBezTo>
                    <a:pt x="437" y="920"/>
                    <a:pt x="442" y="920"/>
                    <a:pt x="446" y="920"/>
                  </a:cubicBezTo>
                  <a:cubicBezTo>
                    <a:pt x="696" y="911"/>
                    <a:pt x="892" y="706"/>
                    <a:pt x="883" y="456"/>
                  </a:cubicBezTo>
                  <a:cubicBezTo>
                    <a:pt x="883" y="203"/>
                    <a:pt x="695" y="1"/>
                    <a:pt x="4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387681" y="4732751"/>
              <a:ext cx="75174" cy="75928"/>
            </a:xfrm>
            <a:custGeom>
              <a:avLst/>
              <a:gdLst/>
              <a:ahLst/>
              <a:cxnLst/>
              <a:rect l="l" t="t" r="r" b="b"/>
              <a:pathLst>
                <a:path w="804" h="812" extrusionOk="0">
                  <a:moveTo>
                    <a:pt x="429" y="0"/>
                  </a:moveTo>
                  <a:cubicBezTo>
                    <a:pt x="188" y="0"/>
                    <a:pt x="1" y="178"/>
                    <a:pt x="10" y="428"/>
                  </a:cubicBezTo>
                  <a:cubicBezTo>
                    <a:pt x="10" y="660"/>
                    <a:pt x="170" y="812"/>
                    <a:pt x="393" y="812"/>
                  </a:cubicBezTo>
                  <a:cubicBezTo>
                    <a:pt x="625" y="812"/>
                    <a:pt x="795" y="633"/>
                    <a:pt x="804" y="402"/>
                  </a:cubicBezTo>
                  <a:cubicBezTo>
                    <a:pt x="804" y="170"/>
                    <a:pt x="652" y="9"/>
                    <a:pt x="4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8117864" y="4465869"/>
              <a:ext cx="75182" cy="77532"/>
            </a:xfrm>
            <a:custGeom>
              <a:avLst/>
              <a:gdLst/>
              <a:ahLst/>
              <a:cxnLst/>
              <a:rect l="l" t="t" r="r" b="b"/>
              <a:pathLst>
                <a:path w="1152" h="1188" extrusionOk="0">
                  <a:moveTo>
                    <a:pt x="572" y="1"/>
                  </a:moveTo>
                  <a:cubicBezTo>
                    <a:pt x="251" y="1"/>
                    <a:pt x="1" y="250"/>
                    <a:pt x="1" y="563"/>
                  </a:cubicBezTo>
                  <a:cubicBezTo>
                    <a:pt x="1" y="893"/>
                    <a:pt x="260" y="1178"/>
                    <a:pt x="554" y="1187"/>
                  </a:cubicBezTo>
                  <a:cubicBezTo>
                    <a:pt x="875" y="1187"/>
                    <a:pt x="1152" y="928"/>
                    <a:pt x="1143" y="607"/>
                  </a:cubicBezTo>
                  <a:cubicBezTo>
                    <a:pt x="1143" y="268"/>
                    <a:pt x="884" y="1"/>
                    <a:pt x="5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7825825" y="4010626"/>
              <a:ext cx="58279" cy="60107"/>
            </a:xfrm>
            <a:custGeom>
              <a:avLst/>
              <a:gdLst/>
              <a:ahLst/>
              <a:cxnLst/>
              <a:rect l="l" t="t" r="r" b="b"/>
              <a:pathLst>
                <a:path w="893" h="921" extrusionOk="0">
                  <a:moveTo>
                    <a:pt x="461" y="1"/>
                  </a:moveTo>
                  <a:cubicBezTo>
                    <a:pt x="456" y="1"/>
                    <a:pt x="451" y="1"/>
                    <a:pt x="446" y="1"/>
                  </a:cubicBezTo>
                  <a:cubicBezTo>
                    <a:pt x="196" y="10"/>
                    <a:pt x="0" y="215"/>
                    <a:pt x="9" y="465"/>
                  </a:cubicBezTo>
                  <a:cubicBezTo>
                    <a:pt x="18" y="710"/>
                    <a:pt x="206" y="920"/>
                    <a:pt x="432" y="920"/>
                  </a:cubicBezTo>
                  <a:cubicBezTo>
                    <a:pt x="437" y="920"/>
                    <a:pt x="442" y="920"/>
                    <a:pt x="446" y="920"/>
                  </a:cubicBezTo>
                  <a:cubicBezTo>
                    <a:pt x="696" y="911"/>
                    <a:pt x="892" y="706"/>
                    <a:pt x="883" y="456"/>
                  </a:cubicBezTo>
                  <a:cubicBezTo>
                    <a:pt x="883" y="203"/>
                    <a:pt x="695" y="1"/>
                    <a:pt x="4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7643375" y="4405776"/>
              <a:ext cx="58279" cy="60107"/>
            </a:xfrm>
            <a:custGeom>
              <a:avLst/>
              <a:gdLst/>
              <a:ahLst/>
              <a:cxnLst/>
              <a:rect l="l" t="t" r="r" b="b"/>
              <a:pathLst>
                <a:path w="893" h="921" extrusionOk="0">
                  <a:moveTo>
                    <a:pt x="461" y="1"/>
                  </a:moveTo>
                  <a:cubicBezTo>
                    <a:pt x="456" y="1"/>
                    <a:pt x="451" y="1"/>
                    <a:pt x="446" y="1"/>
                  </a:cubicBezTo>
                  <a:cubicBezTo>
                    <a:pt x="196" y="10"/>
                    <a:pt x="0" y="215"/>
                    <a:pt x="9" y="465"/>
                  </a:cubicBezTo>
                  <a:cubicBezTo>
                    <a:pt x="18" y="710"/>
                    <a:pt x="206" y="920"/>
                    <a:pt x="432" y="920"/>
                  </a:cubicBezTo>
                  <a:cubicBezTo>
                    <a:pt x="437" y="920"/>
                    <a:pt x="442" y="920"/>
                    <a:pt x="446" y="920"/>
                  </a:cubicBezTo>
                  <a:cubicBezTo>
                    <a:pt x="696" y="911"/>
                    <a:pt x="892" y="706"/>
                    <a:pt x="883" y="456"/>
                  </a:cubicBezTo>
                  <a:cubicBezTo>
                    <a:pt x="883" y="203"/>
                    <a:pt x="695" y="1"/>
                    <a:pt x="4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8303100" y="4543401"/>
              <a:ext cx="58279" cy="60107"/>
            </a:xfrm>
            <a:custGeom>
              <a:avLst/>
              <a:gdLst/>
              <a:ahLst/>
              <a:cxnLst/>
              <a:rect l="l" t="t" r="r" b="b"/>
              <a:pathLst>
                <a:path w="893" h="921" extrusionOk="0">
                  <a:moveTo>
                    <a:pt x="461" y="1"/>
                  </a:moveTo>
                  <a:cubicBezTo>
                    <a:pt x="456" y="1"/>
                    <a:pt x="451" y="1"/>
                    <a:pt x="446" y="1"/>
                  </a:cubicBezTo>
                  <a:cubicBezTo>
                    <a:pt x="196" y="10"/>
                    <a:pt x="0" y="215"/>
                    <a:pt x="9" y="465"/>
                  </a:cubicBezTo>
                  <a:cubicBezTo>
                    <a:pt x="18" y="710"/>
                    <a:pt x="206" y="920"/>
                    <a:pt x="432" y="920"/>
                  </a:cubicBezTo>
                  <a:cubicBezTo>
                    <a:pt x="437" y="920"/>
                    <a:pt x="442" y="920"/>
                    <a:pt x="446" y="920"/>
                  </a:cubicBezTo>
                  <a:cubicBezTo>
                    <a:pt x="696" y="911"/>
                    <a:pt x="892" y="706"/>
                    <a:pt x="883" y="456"/>
                  </a:cubicBezTo>
                  <a:cubicBezTo>
                    <a:pt x="883" y="203"/>
                    <a:pt x="695" y="1"/>
                    <a:pt x="4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" name="Google Shape;69;p3"/>
          <p:cNvSpPr txBox="1">
            <a:spLocks noGrp="1"/>
          </p:cNvSpPr>
          <p:nvPr>
            <p:ph type="title"/>
          </p:nvPr>
        </p:nvSpPr>
        <p:spPr>
          <a:xfrm>
            <a:off x="2971000" y="2596600"/>
            <a:ext cx="3202200" cy="98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0" name="Google Shape;70;p3"/>
          <p:cNvSpPr txBox="1">
            <a:spLocks noGrp="1"/>
          </p:cNvSpPr>
          <p:nvPr>
            <p:ph type="subTitle" idx="1"/>
          </p:nvPr>
        </p:nvSpPr>
        <p:spPr>
          <a:xfrm>
            <a:off x="3446550" y="3586000"/>
            <a:ext cx="2250900" cy="701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1" name="Google Shape;71;p3"/>
          <p:cNvSpPr txBox="1">
            <a:spLocks noGrp="1"/>
          </p:cNvSpPr>
          <p:nvPr>
            <p:ph type="title" idx="2" hasCustomPrompt="1"/>
          </p:nvPr>
        </p:nvSpPr>
        <p:spPr>
          <a:xfrm>
            <a:off x="4123350" y="1153150"/>
            <a:ext cx="897300" cy="98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p4"/>
          <p:cNvGrpSpPr/>
          <p:nvPr/>
        </p:nvGrpSpPr>
        <p:grpSpPr>
          <a:xfrm>
            <a:off x="37407" y="0"/>
            <a:ext cx="9106593" cy="4935081"/>
            <a:chOff x="37407" y="0"/>
            <a:chExt cx="9106593" cy="4935081"/>
          </a:xfrm>
        </p:grpSpPr>
        <p:sp>
          <p:nvSpPr>
            <p:cNvPr id="74" name="Google Shape;74;p4"/>
            <p:cNvSpPr/>
            <p:nvPr/>
          </p:nvSpPr>
          <p:spPr>
            <a:xfrm flipH="1">
              <a:off x="6038403" y="0"/>
              <a:ext cx="3105597" cy="1405219"/>
            </a:xfrm>
            <a:custGeom>
              <a:avLst/>
              <a:gdLst/>
              <a:ahLst/>
              <a:cxnLst/>
              <a:rect l="l" t="t" r="r" b="b"/>
              <a:pathLst>
                <a:path w="79692" h="36059" extrusionOk="0">
                  <a:moveTo>
                    <a:pt x="0" y="0"/>
                  </a:moveTo>
                  <a:lnTo>
                    <a:pt x="0" y="29796"/>
                  </a:lnTo>
                  <a:cubicBezTo>
                    <a:pt x="116" y="29841"/>
                    <a:pt x="232" y="29868"/>
                    <a:pt x="330" y="29930"/>
                  </a:cubicBezTo>
                  <a:cubicBezTo>
                    <a:pt x="1874" y="31063"/>
                    <a:pt x="3533" y="32009"/>
                    <a:pt x="5281" y="32794"/>
                  </a:cubicBezTo>
                  <a:cubicBezTo>
                    <a:pt x="9483" y="34676"/>
                    <a:pt x="13899" y="35693"/>
                    <a:pt x="18494" y="35979"/>
                  </a:cubicBezTo>
                  <a:cubicBezTo>
                    <a:pt x="19339" y="36031"/>
                    <a:pt x="20183" y="36059"/>
                    <a:pt x="21026" y="36059"/>
                  </a:cubicBezTo>
                  <a:cubicBezTo>
                    <a:pt x="23468" y="36059"/>
                    <a:pt x="25900" y="35829"/>
                    <a:pt x="28307" y="35319"/>
                  </a:cubicBezTo>
                  <a:cubicBezTo>
                    <a:pt x="31813" y="34578"/>
                    <a:pt x="35078" y="33267"/>
                    <a:pt x="38022" y="31215"/>
                  </a:cubicBezTo>
                  <a:cubicBezTo>
                    <a:pt x="42339" y="28208"/>
                    <a:pt x="45364" y="24274"/>
                    <a:pt x="46613" y="19082"/>
                  </a:cubicBezTo>
                  <a:cubicBezTo>
                    <a:pt x="46898" y="17932"/>
                    <a:pt x="47282" y="16807"/>
                    <a:pt x="47630" y="15683"/>
                  </a:cubicBezTo>
                  <a:cubicBezTo>
                    <a:pt x="47683" y="15496"/>
                    <a:pt x="47781" y="15318"/>
                    <a:pt x="47888" y="15157"/>
                  </a:cubicBezTo>
                  <a:cubicBezTo>
                    <a:pt x="48071" y="14914"/>
                    <a:pt x="48311" y="14787"/>
                    <a:pt x="48578" y="14787"/>
                  </a:cubicBezTo>
                  <a:cubicBezTo>
                    <a:pt x="48703" y="14787"/>
                    <a:pt x="48834" y="14815"/>
                    <a:pt x="48968" y="14872"/>
                  </a:cubicBezTo>
                  <a:cubicBezTo>
                    <a:pt x="49093" y="14925"/>
                    <a:pt x="49218" y="14996"/>
                    <a:pt x="49334" y="15077"/>
                  </a:cubicBezTo>
                  <a:cubicBezTo>
                    <a:pt x="49878" y="15425"/>
                    <a:pt x="50467" y="15674"/>
                    <a:pt x="51091" y="15817"/>
                  </a:cubicBezTo>
                  <a:cubicBezTo>
                    <a:pt x="51892" y="16013"/>
                    <a:pt x="52690" y="16103"/>
                    <a:pt x="53485" y="16103"/>
                  </a:cubicBezTo>
                  <a:cubicBezTo>
                    <a:pt x="54610" y="16103"/>
                    <a:pt x="55728" y="15922"/>
                    <a:pt x="56836" y="15603"/>
                  </a:cubicBezTo>
                  <a:cubicBezTo>
                    <a:pt x="58558" y="15104"/>
                    <a:pt x="60075" y="14203"/>
                    <a:pt x="61457" y="13070"/>
                  </a:cubicBezTo>
                  <a:cubicBezTo>
                    <a:pt x="62340" y="12347"/>
                    <a:pt x="63197" y="11580"/>
                    <a:pt x="64035" y="10813"/>
                  </a:cubicBezTo>
                  <a:cubicBezTo>
                    <a:pt x="64592" y="10305"/>
                    <a:pt x="65227" y="10023"/>
                    <a:pt x="65968" y="10023"/>
                  </a:cubicBezTo>
                  <a:cubicBezTo>
                    <a:pt x="66022" y="10023"/>
                    <a:pt x="66077" y="10024"/>
                    <a:pt x="66132" y="10028"/>
                  </a:cubicBezTo>
                  <a:cubicBezTo>
                    <a:pt x="66730" y="10063"/>
                    <a:pt x="67327" y="10108"/>
                    <a:pt x="67925" y="10152"/>
                  </a:cubicBezTo>
                  <a:cubicBezTo>
                    <a:pt x="68299" y="10181"/>
                    <a:pt x="68672" y="10195"/>
                    <a:pt x="69042" y="10195"/>
                  </a:cubicBezTo>
                  <a:cubicBezTo>
                    <a:pt x="70877" y="10195"/>
                    <a:pt x="72660" y="9842"/>
                    <a:pt x="74375" y="9100"/>
                  </a:cubicBezTo>
                  <a:cubicBezTo>
                    <a:pt x="76578" y="8154"/>
                    <a:pt x="78175" y="6593"/>
                    <a:pt x="79005" y="4309"/>
                  </a:cubicBezTo>
                  <a:cubicBezTo>
                    <a:pt x="79505" y="2917"/>
                    <a:pt x="79683" y="1472"/>
                    <a:pt x="79692" y="0"/>
                  </a:cubicBezTo>
                  <a:close/>
                </a:path>
              </a:pathLst>
            </a:custGeom>
            <a:solidFill>
              <a:srgbClr val="3500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4"/>
            <p:cNvSpPr/>
            <p:nvPr/>
          </p:nvSpPr>
          <p:spPr>
            <a:xfrm rot="2993866">
              <a:off x="216984" y="2148915"/>
              <a:ext cx="280973" cy="249105"/>
            </a:xfrm>
            <a:custGeom>
              <a:avLst/>
              <a:gdLst/>
              <a:ahLst/>
              <a:cxnLst/>
              <a:rect l="l" t="t" r="r" b="b"/>
              <a:pathLst>
                <a:path w="2936" h="2603" extrusionOk="0">
                  <a:moveTo>
                    <a:pt x="1134" y="0"/>
                  </a:moveTo>
                  <a:cubicBezTo>
                    <a:pt x="841" y="0"/>
                    <a:pt x="615" y="171"/>
                    <a:pt x="483" y="508"/>
                  </a:cubicBezTo>
                  <a:cubicBezTo>
                    <a:pt x="340" y="892"/>
                    <a:pt x="197" y="1284"/>
                    <a:pt x="63" y="1668"/>
                  </a:cubicBezTo>
                  <a:cubicBezTo>
                    <a:pt x="28" y="1748"/>
                    <a:pt x="1" y="1837"/>
                    <a:pt x="10" y="1927"/>
                  </a:cubicBezTo>
                  <a:cubicBezTo>
                    <a:pt x="19" y="2159"/>
                    <a:pt x="108" y="2355"/>
                    <a:pt x="304" y="2498"/>
                  </a:cubicBezTo>
                  <a:cubicBezTo>
                    <a:pt x="408" y="2568"/>
                    <a:pt x="499" y="2603"/>
                    <a:pt x="579" y="2603"/>
                  </a:cubicBezTo>
                  <a:cubicBezTo>
                    <a:pt x="711" y="2603"/>
                    <a:pt x="812" y="2505"/>
                    <a:pt x="884" y="2310"/>
                  </a:cubicBezTo>
                  <a:cubicBezTo>
                    <a:pt x="955" y="2132"/>
                    <a:pt x="1018" y="1944"/>
                    <a:pt x="1089" y="1757"/>
                  </a:cubicBezTo>
                  <a:cubicBezTo>
                    <a:pt x="1207" y="1472"/>
                    <a:pt x="1439" y="1317"/>
                    <a:pt x="1712" y="1317"/>
                  </a:cubicBezTo>
                  <a:cubicBezTo>
                    <a:pt x="1790" y="1317"/>
                    <a:pt x="1872" y="1330"/>
                    <a:pt x="1955" y="1356"/>
                  </a:cubicBezTo>
                  <a:cubicBezTo>
                    <a:pt x="2097" y="1400"/>
                    <a:pt x="2231" y="1454"/>
                    <a:pt x="2374" y="1498"/>
                  </a:cubicBezTo>
                  <a:cubicBezTo>
                    <a:pt x="2452" y="1527"/>
                    <a:pt x="2522" y="1541"/>
                    <a:pt x="2584" y="1541"/>
                  </a:cubicBezTo>
                  <a:cubicBezTo>
                    <a:pt x="2777" y="1541"/>
                    <a:pt x="2889" y="1405"/>
                    <a:pt x="2909" y="1142"/>
                  </a:cubicBezTo>
                  <a:cubicBezTo>
                    <a:pt x="2936" y="812"/>
                    <a:pt x="2775" y="562"/>
                    <a:pt x="2436" y="419"/>
                  </a:cubicBezTo>
                  <a:cubicBezTo>
                    <a:pt x="2115" y="294"/>
                    <a:pt x="1785" y="178"/>
                    <a:pt x="1464" y="62"/>
                  </a:cubicBezTo>
                  <a:cubicBezTo>
                    <a:pt x="1347" y="21"/>
                    <a:pt x="1236" y="0"/>
                    <a:pt x="11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6" name="Google Shape;76;p4"/>
            <p:cNvGrpSpPr/>
            <p:nvPr/>
          </p:nvGrpSpPr>
          <p:grpSpPr>
            <a:xfrm>
              <a:off x="8349537" y="1141408"/>
              <a:ext cx="446052" cy="523523"/>
              <a:chOff x="3846691" y="5052932"/>
              <a:chExt cx="207061" cy="243013"/>
            </a:xfrm>
          </p:grpSpPr>
          <p:sp>
            <p:nvSpPr>
              <p:cNvPr id="77" name="Google Shape;77;p4"/>
              <p:cNvSpPr/>
              <p:nvPr/>
            </p:nvSpPr>
            <p:spPr>
              <a:xfrm>
                <a:off x="3889394" y="5124569"/>
                <a:ext cx="121024" cy="99872"/>
              </a:xfrm>
              <a:custGeom>
                <a:avLst/>
                <a:gdLst/>
                <a:ahLst/>
                <a:cxnLst/>
                <a:rect l="l" t="t" r="r" b="b"/>
                <a:pathLst>
                  <a:path w="3639" h="3003" extrusionOk="0">
                    <a:moveTo>
                      <a:pt x="2342" y="1"/>
                    </a:moveTo>
                    <a:cubicBezTo>
                      <a:pt x="2321" y="1"/>
                      <a:pt x="2296" y="3"/>
                      <a:pt x="2274" y="12"/>
                    </a:cubicBezTo>
                    <a:cubicBezTo>
                      <a:pt x="1703" y="146"/>
                      <a:pt x="1132" y="280"/>
                      <a:pt x="561" y="440"/>
                    </a:cubicBezTo>
                    <a:cubicBezTo>
                      <a:pt x="231" y="529"/>
                      <a:pt x="26" y="851"/>
                      <a:pt x="8" y="1190"/>
                    </a:cubicBezTo>
                    <a:cubicBezTo>
                      <a:pt x="0" y="1505"/>
                      <a:pt x="145" y="1681"/>
                      <a:pt x="409" y="1681"/>
                    </a:cubicBezTo>
                    <a:cubicBezTo>
                      <a:pt x="458" y="1681"/>
                      <a:pt x="512" y="1675"/>
                      <a:pt x="570" y="1662"/>
                    </a:cubicBezTo>
                    <a:cubicBezTo>
                      <a:pt x="802" y="1609"/>
                      <a:pt x="1034" y="1546"/>
                      <a:pt x="1266" y="1493"/>
                    </a:cubicBezTo>
                    <a:cubicBezTo>
                      <a:pt x="1340" y="1478"/>
                      <a:pt x="1412" y="1471"/>
                      <a:pt x="1482" y="1471"/>
                    </a:cubicBezTo>
                    <a:cubicBezTo>
                      <a:pt x="1870" y="1471"/>
                      <a:pt x="2169" y="1698"/>
                      <a:pt x="2283" y="2100"/>
                    </a:cubicBezTo>
                    <a:cubicBezTo>
                      <a:pt x="2345" y="2296"/>
                      <a:pt x="2381" y="2501"/>
                      <a:pt x="2434" y="2688"/>
                    </a:cubicBezTo>
                    <a:cubicBezTo>
                      <a:pt x="2496" y="2900"/>
                      <a:pt x="2620" y="3002"/>
                      <a:pt x="2795" y="3002"/>
                    </a:cubicBezTo>
                    <a:cubicBezTo>
                      <a:pt x="2849" y="3002"/>
                      <a:pt x="2907" y="2993"/>
                      <a:pt x="2970" y="2974"/>
                    </a:cubicBezTo>
                    <a:cubicBezTo>
                      <a:pt x="3380" y="2858"/>
                      <a:pt x="3639" y="2474"/>
                      <a:pt x="3550" y="2037"/>
                    </a:cubicBezTo>
                    <a:cubicBezTo>
                      <a:pt x="3460" y="1538"/>
                      <a:pt x="3335" y="1047"/>
                      <a:pt x="3193" y="556"/>
                    </a:cubicBezTo>
                    <a:cubicBezTo>
                      <a:pt x="3095" y="217"/>
                      <a:pt x="2764" y="3"/>
                      <a:pt x="2390" y="3"/>
                    </a:cubicBezTo>
                    <a:cubicBezTo>
                      <a:pt x="2381" y="3"/>
                      <a:pt x="2363" y="1"/>
                      <a:pt x="234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4"/>
              <p:cNvSpPr/>
              <p:nvPr/>
            </p:nvSpPr>
            <p:spPr>
              <a:xfrm>
                <a:off x="3846691" y="5196073"/>
                <a:ext cx="121024" cy="99872"/>
              </a:xfrm>
              <a:custGeom>
                <a:avLst/>
                <a:gdLst/>
                <a:ahLst/>
                <a:cxnLst/>
                <a:rect l="l" t="t" r="r" b="b"/>
                <a:pathLst>
                  <a:path w="3639" h="3003" extrusionOk="0">
                    <a:moveTo>
                      <a:pt x="2409" y="0"/>
                    </a:moveTo>
                    <a:cubicBezTo>
                      <a:pt x="2345" y="0"/>
                      <a:pt x="2279" y="7"/>
                      <a:pt x="2211" y="21"/>
                    </a:cubicBezTo>
                    <a:cubicBezTo>
                      <a:pt x="1667" y="137"/>
                      <a:pt x="1131" y="271"/>
                      <a:pt x="596" y="413"/>
                    </a:cubicBezTo>
                    <a:cubicBezTo>
                      <a:pt x="239" y="512"/>
                      <a:pt x="7" y="833"/>
                      <a:pt x="7" y="1198"/>
                    </a:cubicBezTo>
                    <a:cubicBezTo>
                      <a:pt x="0" y="1516"/>
                      <a:pt x="127" y="1682"/>
                      <a:pt x="383" y="1682"/>
                    </a:cubicBezTo>
                    <a:cubicBezTo>
                      <a:pt x="444" y="1682"/>
                      <a:pt x="512" y="1672"/>
                      <a:pt x="587" y="1653"/>
                    </a:cubicBezTo>
                    <a:cubicBezTo>
                      <a:pt x="801" y="1600"/>
                      <a:pt x="1015" y="1546"/>
                      <a:pt x="1229" y="1502"/>
                    </a:cubicBezTo>
                    <a:cubicBezTo>
                      <a:pt x="1314" y="1482"/>
                      <a:pt x="1396" y="1473"/>
                      <a:pt x="1474" y="1473"/>
                    </a:cubicBezTo>
                    <a:cubicBezTo>
                      <a:pt x="1867" y="1473"/>
                      <a:pt x="2171" y="1710"/>
                      <a:pt x="2282" y="2126"/>
                    </a:cubicBezTo>
                    <a:cubicBezTo>
                      <a:pt x="2336" y="2314"/>
                      <a:pt x="2371" y="2510"/>
                      <a:pt x="2425" y="2697"/>
                    </a:cubicBezTo>
                    <a:cubicBezTo>
                      <a:pt x="2486" y="2902"/>
                      <a:pt x="2600" y="3002"/>
                      <a:pt x="2773" y="3002"/>
                    </a:cubicBezTo>
                    <a:cubicBezTo>
                      <a:pt x="2827" y="3002"/>
                      <a:pt x="2886" y="2993"/>
                      <a:pt x="2951" y="2974"/>
                    </a:cubicBezTo>
                    <a:cubicBezTo>
                      <a:pt x="3388" y="2840"/>
                      <a:pt x="3638" y="2430"/>
                      <a:pt x="3531" y="1975"/>
                    </a:cubicBezTo>
                    <a:cubicBezTo>
                      <a:pt x="3433" y="1537"/>
                      <a:pt x="3326" y="1100"/>
                      <a:pt x="3219" y="663"/>
                    </a:cubicBezTo>
                    <a:cubicBezTo>
                      <a:pt x="3104" y="250"/>
                      <a:pt x="2798" y="0"/>
                      <a:pt x="240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4"/>
              <p:cNvSpPr/>
              <p:nvPr/>
            </p:nvSpPr>
            <p:spPr>
              <a:xfrm>
                <a:off x="3933261" y="5052932"/>
                <a:ext cx="120492" cy="100105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3010" extrusionOk="0">
                    <a:moveTo>
                      <a:pt x="2424" y="1"/>
                    </a:moveTo>
                    <a:cubicBezTo>
                      <a:pt x="2375" y="1"/>
                      <a:pt x="2325" y="6"/>
                      <a:pt x="2275" y="16"/>
                    </a:cubicBezTo>
                    <a:cubicBezTo>
                      <a:pt x="1695" y="132"/>
                      <a:pt x="1124" y="275"/>
                      <a:pt x="562" y="435"/>
                    </a:cubicBezTo>
                    <a:cubicBezTo>
                      <a:pt x="205" y="533"/>
                      <a:pt x="0" y="855"/>
                      <a:pt x="0" y="1211"/>
                    </a:cubicBezTo>
                    <a:cubicBezTo>
                      <a:pt x="0" y="1529"/>
                      <a:pt x="122" y="1687"/>
                      <a:pt x="381" y="1687"/>
                    </a:cubicBezTo>
                    <a:cubicBezTo>
                      <a:pt x="436" y="1687"/>
                      <a:pt x="496" y="1680"/>
                      <a:pt x="562" y="1666"/>
                    </a:cubicBezTo>
                    <a:cubicBezTo>
                      <a:pt x="794" y="1613"/>
                      <a:pt x="1026" y="1542"/>
                      <a:pt x="1258" y="1497"/>
                    </a:cubicBezTo>
                    <a:cubicBezTo>
                      <a:pt x="1331" y="1483"/>
                      <a:pt x="1402" y="1476"/>
                      <a:pt x="1470" y="1476"/>
                    </a:cubicBezTo>
                    <a:cubicBezTo>
                      <a:pt x="1872" y="1476"/>
                      <a:pt x="2170" y="1721"/>
                      <a:pt x="2284" y="2148"/>
                    </a:cubicBezTo>
                    <a:cubicBezTo>
                      <a:pt x="2329" y="2327"/>
                      <a:pt x="2364" y="2505"/>
                      <a:pt x="2409" y="2683"/>
                    </a:cubicBezTo>
                    <a:cubicBezTo>
                      <a:pt x="2472" y="2902"/>
                      <a:pt x="2592" y="3009"/>
                      <a:pt x="2776" y="3009"/>
                    </a:cubicBezTo>
                    <a:cubicBezTo>
                      <a:pt x="2824" y="3009"/>
                      <a:pt x="2877" y="3002"/>
                      <a:pt x="2935" y="2987"/>
                    </a:cubicBezTo>
                    <a:cubicBezTo>
                      <a:pt x="3328" y="2880"/>
                      <a:pt x="3622" y="2478"/>
                      <a:pt x="3542" y="2077"/>
                    </a:cubicBezTo>
                    <a:cubicBezTo>
                      <a:pt x="3444" y="1568"/>
                      <a:pt x="3319" y="1060"/>
                      <a:pt x="3167" y="551"/>
                    </a:cubicBezTo>
                    <a:cubicBezTo>
                      <a:pt x="3066" y="225"/>
                      <a:pt x="2756" y="1"/>
                      <a:pt x="242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0" name="Google Shape;80;p4"/>
            <p:cNvSpPr/>
            <p:nvPr/>
          </p:nvSpPr>
          <p:spPr>
            <a:xfrm>
              <a:off x="8586757" y="4271931"/>
              <a:ext cx="67566" cy="67082"/>
            </a:xfrm>
            <a:custGeom>
              <a:avLst/>
              <a:gdLst/>
              <a:ahLst/>
              <a:cxnLst/>
              <a:rect l="l" t="t" r="r" b="b"/>
              <a:pathLst>
                <a:path w="1250" h="1241" extrusionOk="0">
                  <a:moveTo>
                    <a:pt x="634" y="0"/>
                  </a:moveTo>
                  <a:cubicBezTo>
                    <a:pt x="312" y="0"/>
                    <a:pt x="9" y="312"/>
                    <a:pt x="9" y="651"/>
                  </a:cubicBezTo>
                  <a:cubicBezTo>
                    <a:pt x="0" y="963"/>
                    <a:pt x="286" y="1240"/>
                    <a:pt x="616" y="1240"/>
                  </a:cubicBezTo>
                  <a:cubicBezTo>
                    <a:pt x="937" y="1240"/>
                    <a:pt x="1240" y="937"/>
                    <a:pt x="1240" y="589"/>
                  </a:cubicBezTo>
                  <a:cubicBezTo>
                    <a:pt x="1249" y="277"/>
                    <a:pt x="964" y="0"/>
                    <a:pt x="6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8829294" y="4883837"/>
              <a:ext cx="41512" cy="40595"/>
            </a:xfrm>
            <a:custGeom>
              <a:avLst/>
              <a:gdLst/>
              <a:ahLst/>
              <a:cxnLst/>
              <a:rect l="l" t="t" r="r" b="b"/>
              <a:pathLst>
                <a:path w="768" h="751" extrusionOk="0">
                  <a:moveTo>
                    <a:pt x="393" y="1"/>
                  </a:moveTo>
                  <a:cubicBezTo>
                    <a:pt x="188" y="1"/>
                    <a:pt x="9" y="188"/>
                    <a:pt x="9" y="393"/>
                  </a:cubicBezTo>
                  <a:cubicBezTo>
                    <a:pt x="0" y="590"/>
                    <a:pt x="170" y="750"/>
                    <a:pt x="375" y="750"/>
                  </a:cubicBezTo>
                  <a:cubicBezTo>
                    <a:pt x="580" y="750"/>
                    <a:pt x="759" y="572"/>
                    <a:pt x="768" y="367"/>
                  </a:cubicBezTo>
                  <a:cubicBezTo>
                    <a:pt x="768" y="170"/>
                    <a:pt x="598" y="10"/>
                    <a:pt x="3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8674972" y="4911297"/>
              <a:ext cx="25621" cy="23784"/>
            </a:xfrm>
            <a:custGeom>
              <a:avLst/>
              <a:gdLst/>
              <a:ahLst/>
              <a:cxnLst/>
              <a:rect l="l" t="t" r="r" b="b"/>
              <a:pathLst>
                <a:path w="474" h="440" extrusionOk="0">
                  <a:moveTo>
                    <a:pt x="258" y="1"/>
                  </a:moveTo>
                  <a:cubicBezTo>
                    <a:pt x="252" y="1"/>
                    <a:pt x="247" y="1"/>
                    <a:pt x="242" y="1"/>
                  </a:cubicBezTo>
                  <a:cubicBezTo>
                    <a:pt x="108" y="1"/>
                    <a:pt x="1" y="126"/>
                    <a:pt x="19" y="260"/>
                  </a:cubicBezTo>
                  <a:cubicBezTo>
                    <a:pt x="35" y="362"/>
                    <a:pt x="125" y="439"/>
                    <a:pt x="233" y="439"/>
                  </a:cubicBezTo>
                  <a:cubicBezTo>
                    <a:pt x="239" y="439"/>
                    <a:pt x="245" y="439"/>
                    <a:pt x="250" y="438"/>
                  </a:cubicBezTo>
                  <a:cubicBezTo>
                    <a:pt x="375" y="429"/>
                    <a:pt x="474" y="305"/>
                    <a:pt x="465" y="189"/>
                  </a:cubicBezTo>
                  <a:cubicBezTo>
                    <a:pt x="465" y="87"/>
                    <a:pt x="367" y="1"/>
                    <a:pt x="2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8916907" y="3055556"/>
              <a:ext cx="67566" cy="67082"/>
            </a:xfrm>
            <a:custGeom>
              <a:avLst/>
              <a:gdLst/>
              <a:ahLst/>
              <a:cxnLst/>
              <a:rect l="l" t="t" r="r" b="b"/>
              <a:pathLst>
                <a:path w="1250" h="1241" extrusionOk="0">
                  <a:moveTo>
                    <a:pt x="634" y="0"/>
                  </a:moveTo>
                  <a:cubicBezTo>
                    <a:pt x="312" y="0"/>
                    <a:pt x="9" y="312"/>
                    <a:pt x="9" y="651"/>
                  </a:cubicBezTo>
                  <a:cubicBezTo>
                    <a:pt x="0" y="963"/>
                    <a:pt x="286" y="1240"/>
                    <a:pt x="616" y="1240"/>
                  </a:cubicBezTo>
                  <a:cubicBezTo>
                    <a:pt x="937" y="1240"/>
                    <a:pt x="1240" y="937"/>
                    <a:pt x="1240" y="589"/>
                  </a:cubicBezTo>
                  <a:cubicBezTo>
                    <a:pt x="1249" y="277"/>
                    <a:pt x="964" y="0"/>
                    <a:pt x="634" y="0"/>
                  </a:cubicBezTo>
                  <a:close/>
                </a:path>
              </a:pathLst>
            </a:custGeom>
            <a:solidFill>
              <a:srgbClr val="3804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4"/>
            <p:cNvSpPr/>
            <p:nvPr/>
          </p:nvSpPr>
          <p:spPr>
            <a:xfrm>
              <a:off x="8700594" y="2919937"/>
              <a:ext cx="41512" cy="40595"/>
            </a:xfrm>
            <a:custGeom>
              <a:avLst/>
              <a:gdLst/>
              <a:ahLst/>
              <a:cxnLst/>
              <a:rect l="l" t="t" r="r" b="b"/>
              <a:pathLst>
                <a:path w="768" h="751" extrusionOk="0">
                  <a:moveTo>
                    <a:pt x="393" y="1"/>
                  </a:moveTo>
                  <a:cubicBezTo>
                    <a:pt x="188" y="1"/>
                    <a:pt x="9" y="188"/>
                    <a:pt x="9" y="393"/>
                  </a:cubicBezTo>
                  <a:cubicBezTo>
                    <a:pt x="0" y="590"/>
                    <a:pt x="170" y="750"/>
                    <a:pt x="375" y="750"/>
                  </a:cubicBezTo>
                  <a:cubicBezTo>
                    <a:pt x="580" y="750"/>
                    <a:pt x="759" y="572"/>
                    <a:pt x="768" y="367"/>
                  </a:cubicBezTo>
                  <a:cubicBezTo>
                    <a:pt x="768" y="170"/>
                    <a:pt x="598" y="10"/>
                    <a:pt x="3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4"/>
            <p:cNvSpPr/>
            <p:nvPr/>
          </p:nvSpPr>
          <p:spPr>
            <a:xfrm>
              <a:off x="391247" y="3457522"/>
              <a:ext cx="25621" cy="23784"/>
            </a:xfrm>
            <a:custGeom>
              <a:avLst/>
              <a:gdLst/>
              <a:ahLst/>
              <a:cxnLst/>
              <a:rect l="l" t="t" r="r" b="b"/>
              <a:pathLst>
                <a:path w="474" h="440" extrusionOk="0">
                  <a:moveTo>
                    <a:pt x="258" y="1"/>
                  </a:moveTo>
                  <a:cubicBezTo>
                    <a:pt x="252" y="1"/>
                    <a:pt x="247" y="1"/>
                    <a:pt x="242" y="1"/>
                  </a:cubicBezTo>
                  <a:cubicBezTo>
                    <a:pt x="108" y="1"/>
                    <a:pt x="1" y="126"/>
                    <a:pt x="19" y="260"/>
                  </a:cubicBezTo>
                  <a:cubicBezTo>
                    <a:pt x="35" y="362"/>
                    <a:pt x="125" y="439"/>
                    <a:pt x="233" y="439"/>
                  </a:cubicBezTo>
                  <a:cubicBezTo>
                    <a:pt x="239" y="439"/>
                    <a:pt x="245" y="439"/>
                    <a:pt x="250" y="438"/>
                  </a:cubicBezTo>
                  <a:cubicBezTo>
                    <a:pt x="375" y="429"/>
                    <a:pt x="474" y="305"/>
                    <a:pt x="465" y="189"/>
                  </a:cubicBezTo>
                  <a:cubicBezTo>
                    <a:pt x="465" y="87"/>
                    <a:pt x="367" y="1"/>
                    <a:pt x="2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23682" y="3055556"/>
              <a:ext cx="67566" cy="67082"/>
            </a:xfrm>
            <a:custGeom>
              <a:avLst/>
              <a:gdLst/>
              <a:ahLst/>
              <a:cxnLst/>
              <a:rect l="l" t="t" r="r" b="b"/>
              <a:pathLst>
                <a:path w="1250" h="1241" extrusionOk="0">
                  <a:moveTo>
                    <a:pt x="634" y="0"/>
                  </a:moveTo>
                  <a:cubicBezTo>
                    <a:pt x="312" y="0"/>
                    <a:pt x="9" y="312"/>
                    <a:pt x="9" y="651"/>
                  </a:cubicBezTo>
                  <a:cubicBezTo>
                    <a:pt x="0" y="963"/>
                    <a:pt x="286" y="1240"/>
                    <a:pt x="616" y="1240"/>
                  </a:cubicBezTo>
                  <a:cubicBezTo>
                    <a:pt x="937" y="1240"/>
                    <a:pt x="1240" y="937"/>
                    <a:pt x="1240" y="589"/>
                  </a:cubicBezTo>
                  <a:cubicBezTo>
                    <a:pt x="1249" y="277"/>
                    <a:pt x="964" y="0"/>
                    <a:pt x="6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37407" y="3481306"/>
              <a:ext cx="67566" cy="67082"/>
            </a:xfrm>
            <a:custGeom>
              <a:avLst/>
              <a:gdLst/>
              <a:ahLst/>
              <a:cxnLst/>
              <a:rect l="l" t="t" r="r" b="b"/>
              <a:pathLst>
                <a:path w="1250" h="1241" extrusionOk="0">
                  <a:moveTo>
                    <a:pt x="634" y="0"/>
                  </a:moveTo>
                  <a:cubicBezTo>
                    <a:pt x="312" y="0"/>
                    <a:pt x="9" y="312"/>
                    <a:pt x="9" y="651"/>
                  </a:cubicBezTo>
                  <a:cubicBezTo>
                    <a:pt x="0" y="963"/>
                    <a:pt x="286" y="1240"/>
                    <a:pt x="616" y="1240"/>
                  </a:cubicBezTo>
                  <a:cubicBezTo>
                    <a:pt x="937" y="1240"/>
                    <a:pt x="1240" y="937"/>
                    <a:pt x="1240" y="589"/>
                  </a:cubicBezTo>
                  <a:cubicBezTo>
                    <a:pt x="1249" y="277"/>
                    <a:pt x="964" y="0"/>
                    <a:pt x="6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256107" y="3717056"/>
              <a:ext cx="67566" cy="67082"/>
            </a:xfrm>
            <a:custGeom>
              <a:avLst/>
              <a:gdLst/>
              <a:ahLst/>
              <a:cxnLst/>
              <a:rect l="l" t="t" r="r" b="b"/>
              <a:pathLst>
                <a:path w="1250" h="1241" extrusionOk="0">
                  <a:moveTo>
                    <a:pt x="634" y="0"/>
                  </a:moveTo>
                  <a:cubicBezTo>
                    <a:pt x="312" y="0"/>
                    <a:pt x="9" y="312"/>
                    <a:pt x="9" y="651"/>
                  </a:cubicBezTo>
                  <a:cubicBezTo>
                    <a:pt x="0" y="963"/>
                    <a:pt x="286" y="1240"/>
                    <a:pt x="616" y="1240"/>
                  </a:cubicBezTo>
                  <a:cubicBezTo>
                    <a:pt x="937" y="1240"/>
                    <a:pt x="1240" y="937"/>
                    <a:pt x="1240" y="589"/>
                  </a:cubicBezTo>
                  <a:cubicBezTo>
                    <a:pt x="1249" y="277"/>
                    <a:pt x="964" y="0"/>
                    <a:pt x="6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475657" y="4816731"/>
              <a:ext cx="67566" cy="67082"/>
            </a:xfrm>
            <a:custGeom>
              <a:avLst/>
              <a:gdLst/>
              <a:ahLst/>
              <a:cxnLst/>
              <a:rect l="l" t="t" r="r" b="b"/>
              <a:pathLst>
                <a:path w="1250" h="1241" extrusionOk="0">
                  <a:moveTo>
                    <a:pt x="634" y="0"/>
                  </a:moveTo>
                  <a:cubicBezTo>
                    <a:pt x="312" y="0"/>
                    <a:pt x="9" y="312"/>
                    <a:pt x="9" y="651"/>
                  </a:cubicBezTo>
                  <a:cubicBezTo>
                    <a:pt x="0" y="963"/>
                    <a:pt x="286" y="1240"/>
                    <a:pt x="616" y="1240"/>
                  </a:cubicBezTo>
                  <a:cubicBezTo>
                    <a:pt x="937" y="1240"/>
                    <a:pt x="1240" y="937"/>
                    <a:pt x="1240" y="589"/>
                  </a:cubicBezTo>
                  <a:cubicBezTo>
                    <a:pt x="1249" y="277"/>
                    <a:pt x="964" y="0"/>
                    <a:pt x="6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269132" y="4702087"/>
              <a:ext cx="41512" cy="40595"/>
            </a:xfrm>
            <a:custGeom>
              <a:avLst/>
              <a:gdLst/>
              <a:ahLst/>
              <a:cxnLst/>
              <a:rect l="l" t="t" r="r" b="b"/>
              <a:pathLst>
                <a:path w="768" h="751" extrusionOk="0">
                  <a:moveTo>
                    <a:pt x="393" y="1"/>
                  </a:moveTo>
                  <a:cubicBezTo>
                    <a:pt x="188" y="1"/>
                    <a:pt x="9" y="188"/>
                    <a:pt x="9" y="393"/>
                  </a:cubicBezTo>
                  <a:cubicBezTo>
                    <a:pt x="0" y="590"/>
                    <a:pt x="170" y="750"/>
                    <a:pt x="375" y="750"/>
                  </a:cubicBezTo>
                  <a:cubicBezTo>
                    <a:pt x="580" y="750"/>
                    <a:pt x="759" y="572"/>
                    <a:pt x="768" y="367"/>
                  </a:cubicBezTo>
                  <a:cubicBezTo>
                    <a:pt x="768" y="170"/>
                    <a:pt x="598" y="10"/>
                    <a:pt x="3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" name="Google Shape;9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FF401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4"/>
          <p:cNvSpPr txBox="1">
            <a:spLocks noGrp="1"/>
          </p:cNvSpPr>
          <p:nvPr>
            <p:ph type="body" idx="1"/>
          </p:nvPr>
        </p:nvSpPr>
        <p:spPr>
          <a:xfrm>
            <a:off x="720000" y="1277175"/>
            <a:ext cx="7704000" cy="3326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Char char="●"/>
              <a:defRPr sz="1200">
                <a:solidFill>
                  <a:schemeClr val="lt2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chemeClr val="lt2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chemeClr val="lt2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chemeClr val="lt2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chemeClr val="lt2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chemeClr val="lt2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chemeClr val="lt2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chemeClr val="lt2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accent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/>
          <p:nvPr/>
        </p:nvSpPr>
        <p:spPr>
          <a:xfrm>
            <a:off x="5986276" y="-275"/>
            <a:ext cx="3157658" cy="1147029"/>
          </a:xfrm>
          <a:custGeom>
            <a:avLst/>
            <a:gdLst/>
            <a:ahLst/>
            <a:cxnLst/>
            <a:rect l="l" t="t" r="r" b="b"/>
            <a:pathLst>
              <a:path w="60941" h="22137" extrusionOk="0">
                <a:moveTo>
                  <a:pt x="197" y="0"/>
                </a:moveTo>
                <a:cubicBezTo>
                  <a:pt x="45" y="420"/>
                  <a:pt x="1" y="812"/>
                  <a:pt x="36" y="1231"/>
                </a:cubicBezTo>
                <a:cubicBezTo>
                  <a:pt x="126" y="2106"/>
                  <a:pt x="483" y="2873"/>
                  <a:pt x="1000" y="3560"/>
                </a:cubicBezTo>
                <a:cubicBezTo>
                  <a:pt x="2053" y="4951"/>
                  <a:pt x="3444" y="5852"/>
                  <a:pt x="5086" y="6388"/>
                </a:cubicBezTo>
                <a:cubicBezTo>
                  <a:pt x="6587" y="6882"/>
                  <a:pt x="8139" y="7039"/>
                  <a:pt x="9708" y="7039"/>
                </a:cubicBezTo>
                <a:cubicBezTo>
                  <a:pt x="9752" y="7039"/>
                  <a:pt x="9797" y="7039"/>
                  <a:pt x="9841" y="7039"/>
                </a:cubicBezTo>
                <a:cubicBezTo>
                  <a:pt x="11232" y="7039"/>
                  <a:pt x="12633" y="6968"/>
                  <a:pt x="14025" y="6887"/>
                </a:cubicBezTo>
                <a:cubicBezTo>
                  <a:pt x="15346" y="6814"/>
                  <a:pt x="16668" y="6730"/>
                  <a:pt x="17989" y="6730"/>
                </a:cubicBezTo>
                <a:cubicBezTo>
                  <a:pt x="18434" y="6730"/>
                  <a:pt x="18879" y="6740"/>
                  <a:pt x="19324" y="6762"/>
                </a:cubicBezTo>
                <a:cubicBezTo>
                  <a:pt x="20591" y="6825"/>
                  <a:pt x="21839" y="6968"/>
                  <a:pt x="23062" y="7289"/>
                </a:cubicBezTo>
                <a:cubicBezTo>
                  <a:pt x="26068" y="8101"/>
                  <a:pt x="28459" y="9804"/>
                  <a:pt x="30261" y="12329"/>
                </a:cubicBezTo>
                <a:cubicBezTo>
                  <a:pt x="31207" y="13649"/>
                  <a:pt x="31697" y="15166"/>
                  <a:pt x="31992" y="16745"/>
                </a:cubicBezTo>
                <a:cubicBezTo>
                  <a:pt x="32179" y="17771"/>
                  <a:pt x="32589" y="18681"/>
                  <a:pt x="33267" y="19466"/>
                </a:cubicBezTo>
                <a:cubicBezTo>
                  <a:pt x="33847" y="20126"/>
                  <a:pt x="34543" y="20626"/>
                  <a:pt x="35319" y="21027"/>
                </a:cubicBezTo>
                <a:cubicBezTo>
                  <a:pt x="36773" y="21759"/>
                  <a:pt x="38326" y="22062"/>
                  <a:pt x="39940" y="22124"/>
                </a:cubicBezTo>
                <a:cubicBezTo>
                  <a:pt x="40148" y="22132"/>
                  <a:pt x="40356" y="22137"/>
                  <a:pt x="40563" y="22137"/>
                </a:cubicBezTo>
                <a:cubicBezTo>
                  <a:pt x="42399" y="22137"/>
                  <a:pt x="44198" y="21821"/>
                  <a:pt x="45962" y="21268"/>
                </a:cubicBezTo>
                <a:cubicBezTo>
                  <a:pt x="46881" y="20982"/>
                  <a:pt x="47782" y="20626"/>
                  <a:pt x="48692" y="20322"/>
                </a:cubicBezTo>
                <a:cubicBezTo>
                  <a:pt x="49378" y="20088"/>
                  <a:pt x="50061" y="19970"/>
                  <a:pt x="50744" y="19970"/>
                </a:cubicBezTo>
                <a:cubicBezTo>
                  <a:pt x="51464" y="19970"/>
                  <a:pt x="52184" y="20101"/>
                  <a:pt x="52903" y="20367"/>
                </a:cubicBezTo>
                <a:cubicBezTo>
                  <a:pt x="53456" y="20572"/>
                  <a:pt x="54009" y="20786"/>
                  <a:pt x="54571" y="20991"/>
                </a:cubicBezTo>
                <a:cubicBezTo>
                  <a:pt x="55350" y="21269"/>
                  <a:pt x="56155" y="21396"/>
                  <a:pt x="56971" y="21396"/>
                </a:cubicBezTo>
                <a:cubicBezTo>
                  <a:pt x="57202" y="21396"/>
                  <a:pt x="57434" y="21386"/>
                  <a:pt x="57666" y="21366"/>
                </a:cubicBezTo>
                <a:cubicBezTo>
                  <a:pt x="58782" y="21268"/>
                  <a:pt x="59861" y="21000"/>
                  <a:pt x="60940" y="20724"/>
                </a:cubicBezTo>
                <a:lnTo>
                  <a:pt x="60940" y="18"/>
                </a:lnTo>
                <a:cubicBezTo>
                  <a:pt x="60780" y="9"/>
                  <a:pt x="60619" y="0"/>
                  <a:pt x="6045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0" y="3419800"/>
            <a:ext cx="986881" cy="1723682"/>
          </a:xfrm>
          <a:custGeom>
            <a:avLst/>
            <a:gdLst/>
            <a:ahLst/>
            <a:cxnLst/>
            <a:rect l="l" t="t" r="r" b="b"/>
            <a:pathLst>
              <a:path w="19084" h="20751" extrusionOk="0">
                <a:moveTo>
                  <a:pt x="1" y="0"/>
                </a:moveTo>
                <a:lnTo>
                  <a:pt x="1" y="20751"/>
                </a:lnTo>
                <a:lnTo>
                  <a:pt x="19083" y="20751"/>
                </a:lnTo>
                <a:cubicBezTo>
                  <a:pt x="19083" y="20724"/>
                  <a:pt x="19083" y="20706"/>
                  <a:pt x="19083" y="20697"/>
                </a:cubicBezTo>
                <a:cubicBezTo>
                  <a:pt x="19056" y="20652"/>
                  <a:pt x="19030" y="20608"/>
                  <a:pt x="19003" y="20563"/>
                </a:cubicBezTo>
                <a:cubicBezTo>
                  <a:pt x="18485" y="19751"/>
                  <a:pt x="17736" y="19296"/>
                  <a:pt x="16781" y="19172"/>
                </a:cubicBezTo>
                <a:cubicBezTo>
                  <a:pt x="16362" y="19118"/>
                  <a:pt x="15943" y="19073"/>
                  <a:pt x="15524" y="19020"/>
                </a:cubicBezTo>
                <a:cubicBezTo>
                  <a:pt x="15042" y="18949"/>
                  <a:pt x="14596" y="18788"/>
                  <a:pt x="14203" y="18476"/>
                </a:cubicBezTo>
                <a:cubicBezTo>
                  <a:pt x="13677" y="18056"/>
                  <a:pt x="13516" y="17530"/>
                  <a:pt x="13730" y="16888"/>
                </a:cubicBezTo>
                <a:cubicBezTo>
                  <a:pt x="13820" y="16656"/>
                  <a:pt x="13918" y="16424"/>
                  <a:pt x="14025" y="16192"/>
                </a:cubicBezTo>
                <a:cubicBezTo>
                  <a:pt x="14337" y="15496"/>
                  <a:pt x="14373" y="14774"/>
                  <a:pt x="14176" y="14033"/>
                </a:cubicBezTo>
                <a:cubicBezTo>
                  <a:pt x="13882" y="12927"/>
                  <a:pt x="13222" y="12088"/>
                  <a:pt x="12258" y="11482"/>
                </a:cubicBezTo>
                <a:cubicBezTo>
                  <a:pt x="11295" y="10866"/>
                  <a:pt x="10216" y="10581"/>
                  <a:pt x="9083" y="10474"/>
                </a:cubicBezTo>
                <a:cubicBezTo>
                  <a:pt x="8485" y="10411"/>
                  <a:pt x="7878" y="10393"/>
                  <a:pt x="7280" y="10349"/>
                </a:cubicBezTo>
                <a:cubicBezTo>
                  <a:pt x="6808" y="10313"/>
                  <a:pt x="6344" y="10259"/>
                  <a:pt x="5898" y="10117"/>
                </a:cubicBezTo>
                <a:cubicBezTo>
                  <a:pt x="4800" y="9787"/>
                  <a:pt x="4131" y="9073"/>
                  <a:pt x="3944" y="7922"/>
                </a:cubicBezTo>
                <a:cubicBezTo>
                  <a:pt x="3846" y="7307"/>
                  <a:pt x="3899" y="6700"/>
                  <a:pt x="3980" y="6084"/>
                </a:cubicBezTo>
                <a:cubicBezTo>
                  <a:pt x="4069" y="5389"/>
                  <a:pt x="4167" y="4684"/>
                  <a:pt x="4247" y="3988"/>
                </a:cubicBezTo>
                <a:cubicBezTo>
                  <a:pt x="4301" y="3471"/>
                  <a:pt x="4292" y="2962"/>
                  <a:pt x="4167" y="2454"/>
                </a:cubicBezTo>
                <a:cubicBezTo>
                  <a:pt x="3944" y="1481"/>
                  <a:pt x="3328" y="848"/>
                  <a:pt x="2410" y="491"/>
                </a:cubicBezTo>
                <a:cubicBezTo>
                  <a:pt x="1803" y="259"/>
                  <a:pt x="1161" y="161"/>
                  <a:pt x="518" y="72"/>
                </a:cubicBezTo>
                <a:cubicBezTo>
                  <a:pt x="349" y="45"/>
                  <a:pt x="179" y="27"/>
                  <a:pt x="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8" name="Google Shape;128;p6"/>
          <p:cNvGrpSpPr/>
          <p:nvPr/>
        </p:nvGrpSpPr>
        <p:grpSpPr>
          <a:xfrm>
            <a:off x="88979" y="4"/>
            <a:ext cx="8335107" cy="4994092"/>
            <a:chOff x="88979" y="4"/>
            <a:chExt cx="8335107" cy="4994092"/>
          </a:xfrm>
        </p:grpSpPr>
        <p:grpSp>
          <p:nvGrpSpPr>
            <p:cNvPr id="129" name="Google Shape;129;p6"/>
            <p:cNvGrpSpPr/>
            <p:nvPr/>
          </p:nvGrpSpPr>
          <p:grpSpPr>
            <a:xfrm rot="531719">
              <a:off x="118316" y="4562115"/>
              <a:ext cx="347309" cy="407663"/>
              <a:chOff x="3696811" y="5076253"/>
              <a:chExt cx="207061" cy="243013"/>
            </a:xfrm>
          </p:grpSpPr>
          <p:sp>
            <p:nvSpPr>
              <p:cNvPr id="130" name="Google Shape;130;p6"/>
              <p:cNvSpPr/>
              <p:nvPr/>
            </p:nvSpPr>
            <p:spPr>
              <a:xfrm>
                <a:off x="3739514" y="5147889"/>
                <a:ext cx="121024" cy="99872"/>
              </a:xfrm>
              <a:custGeom>
                <a:avLst/>
                <a:gdLst/>
                <a:ahLst/>
                <a:cxnLst/>
                <a:rect l="l" t="t" r="r" b="b"/>
                <a:pathLst>
                  <a:path w="3639" h="3003" extrusionOk="0">
                    <a:moveTo>
                      <a:pt x="2342" y="1"/>
                    </a:moveTo>
                    <a:cubicBezTo>
                      <a:pt x="2321" y="1"/>
                      <a:pt x="2296" y="3"/>
                      <a:pt x="2274" y="12"/>
                    </a:cubicBezTo>
                    <a:cubicBezTo>
                      <a:pt x="1703" y="146"/>
                      <a:pt x="1132" y="280"/>
                      <a:pt x="561" y="440"/>
                    </a:cubicBezTo>
                    <a:cubicBezTo>
                      <a:pt x="231" y="529"/>
                      <a:pt x="26" y="851"/>
                      <a:pt x="8" y="1190"/>
                    </a:cubicBezTo>
                    <a:cubicBezTo>
                      <a:pt x="0" y="1505"/>
                      <a:pt x="145" y="1681"/>
                      <a:pt x="409" y="1681"/>
                    </a:cubicBezTo>
                    <a:cubicBezTo>
                      <a:pt x="458" y="1681"/>
                      <a:pt x="512" y="1675"/>
                      <a:pt x="570" y="1662"/>
                    </a:cubicBezTo>
                    <a:cubicBezTo>
                      <a:pt x="802" y="1609"/>
                      <a:pt x="1034" y="1546"/>
                      <a:pt x="1266" y="1493"/>
                    </a:cubicBezTo>
                    <a:cubicBezTo>
                      <a:pt x="1340" y="1478"/>
                      <a:pt x="1412" y="1471"/>
                      <a:pt x="1482" y="1471"/>
                    </a:cubicBezTo>
                    <a:cubicBezTo>
                      <a:pt x="1870" y="1471"/>
                      <a:pt x="2169" y="1698"/>
                      <a:pt x="2283" y="2100"/>
                    </a:cubicBezTo>
                    <a:cubicBezTo>
                      <a:pt x="2345" y="2296"/>
                      <a:pt x="2381" y="2501"/>
                      <a:pt x="2434" y="2688"/>
                    </a:cubicBezTo>
                    <a:cubicBezTo>
                      <a:pt x="2496" y="2900"/>
                      <a:pt x="2620" y="3002"/>
                      <a:pt x="2795" y="3002"/>
                    </a:cubicBezTo>
                    <a:cubicBezTo>
                      <a:pt x="2849" y="3002"/>
                      <a:pt x="2907" y="2993"/>
                      <a:pt x="2970" y="2974"/>
                    </a:cubicBezTo>
                    <a:cubicBezTo>
                      <a:pt x="3380" y="2858"/>
                      <a:pt x="3639" y="2474"/>
                      <a:pt x="3550" y="2037"/>
                    </a:cubicBezTo>
                    <a:cubicBezTo>
                      <a:pt x="3460" y="1538"/>
                      <a:pt x="3335" y="1047"/>
                      <a:pt x="3193" y="556"/>
                    </a:cubicBezTo>
                    <a:cubicBezTo>
                      <a:pt x="3095" y="217"/>
                      <a:pt x="2764" y="3"/>
                      <a:pt x="2390" y="3"/>
                    </a:cubicBezTo>
                    <a:cubicBezTo>
                      <a:pt x="2381" y="3"/>
                      <a:pt x="2363" y="1"/>
                      <a:pt x="234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6"/>
              <p:cNvSpPr/>
              <p:nvPr/>
            </p:nvSpPr>
            <p:spPr>
              <a:xfrm>
                <a:off x="3696811" y="5219393"/>
                <a:ext cx="121024" cy="99872"/>
              </a:xfrm>
              <a:custGeom>
                <a:avLst/>
                <a:gdLst/>
                <a:ahLst/>
                <a:cxnLst/>
                <a:rect l="l" t="t" r="r" b="b"/>
                <a:pathLst>
                  <a:path w="3639" h="3003" extrusionOk="0">
                    <a:moveTo>
                      <a:pt x="2409" y="0"/>
                    </a:moveTo>
                    <a:cubicBezTo>
                      <a:pt x="2345" y="0"/>
                      <a:pt x="2279" y="7"/>
                      <a:pt x="2211" y="21"/>
                    </a:cubicBezTo>
                    <a:cubicBezTo>
                      <a:pt x="1667" y="137"/>
                      <a:pt x="1131" y="271"/>
                      <a:pt x="596" y="413"/>
                    </a:cubicBezTo>
                    <a:cubicBezTo>
                      <a:pt x="239" y="512"/>
                      <a:pt x="7" y="833"/>
                      <a:pt x="7" y="1198"/>
                    </a:cubicBezTo>
                    <a:cubicBezTo>
                      <a:pt x="0" y="1516"/>
                      <a:pt x="127" y="1682"/>
                      <a:pt x="383" y="1682"/>
                    </a:cubicBezTo>
                    <a:cubicBezTo>
                      <a:pt x="444" y="1682"/>
                      <a:pt x="512" y="1672"/>
                      <a:pt x="587" y="1653"/>
                    </a:cubicBezTo>
                    <a:cubicBezTo>
                      <a:pt x="801" y="1600"/>
                      <a:pt x="1015" y="1546"/>
                      <a:pt x="1229" y="1502"/>
                    </a:cubicBezTo>
                    <a:cubicBezTo>
                      <a:pt x="1314" y="1482"/>
                      <a:pt x="1396" y="1473"/>
                      <a:pt x="1474" y="1473"/>
                    </a:cubicBezTo>
                    <a:cubicBezTo>
                      <a:pt x="1867" y="1473"/>
                      <a:pt x="2171" y="1710"/>
                      <a:pt x="2282" y="2126"/>
                    </a:cubicBezTo>
                    <a:cubicBezTo>
                      <a:pt x="2336" y="2314"/>
                      <a:pt x="2371" y="2510"/>
                      <a:pt x="2425" y="2697"/>
                    </a:cubicBezTo>
                    <a:cubicBezTo>
                      <a:pt x="2486" y="2902"/>
                      <a:pt x="2600" y="3002"/>
                      <a:pt x="2773" y="3002"/>
                    </a:cubicBezTo>
                    <a:cubicBezTo>
                      <a:pt x="2827" y="3002"/>
                      <a:pt x="2886" y="2993"/>
                      <a:pt x="2951" y="2974"/>
                    </a:cubicBezTo>
                    <a:cubicBezTo>
                      <a:pt x="3388" y="2840"/>
                      <a:pt x="3638" y="2430"/>
                      <a:pt x="3531" y="1975"/>
                    </a:cubicBezTo>
                    <a:cubicBezTo>
                      <a:pt x="3433" y="1537"/>
                      <a:pt x="3326" y="1100"/>
                      <a:pt x="3219" y="663"/>
                    </a:cubicBezTo>
                    <a:cubicBezTo>
                      <a:pt x="3104" y="250"/>
                      <a:pt x="2798" y="0"/>
                      <a:pt x="240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6"/>
              <p:cNvSpPr/>
              <p:nvPr/>
            </p:nvSpPr>
            <p:spPr>
              <a:xfrm>
                <a:off x="3783381" y="5076253"/>
                <a:ext cx="120492" cy="100105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3010" extrusionOk="0">
                    <a:moveTo>
                      <a:pt x="2424" y="1"/>
                    </a:moveTo>
                    <a:cubicBezTo>
                      <a:pt x="2375" y="1"/>
                      <a:pt x="2325" y="6"/>
                      <a:pt x="2275" y="16"/>
                    </a:cubicBezTo>
                    <a:cubicBezTo>
                      <a:pt x="1695" y="132"/>
                      <a:pt x="1124" y="275"/>
                      <a:pt x="562" y="435"/>
                    </a:cubicBezTo>
                    <a:cubicBezTo>
                      <a:pt x="205" y="533"/>
                      <a:pt x="0" y="855"/>
                      <a:pt x="0" y="1211"/>
                    </a:cubicBezTo>
                    <a:cubicBezTo>
                      <a:pt x="0" y="1529"/>
                      <a:pt x="122" y="1687"/>
                      <a:pt x="381" y="1687"/>
                    </a:cubicBezTo>
                    <a:cubicBezTo>
                      <a:pt x="436" y="1687"/>
                      <a:pt x="496" y="1680"/>
                      <a:pt x="562" y="1666"/>
                    </a:cubicBezTo>
                    <a:cubicBezTo>
                      <a:pt x="794" y="1613"/>
                      <a:pt x="1026" y="1542"/>
                      <a:pt x="1258" y="1497"/>
                    </a:cubicBezTo>
                    <a:cubicBezTo>
                      <a:pt x="1331" y="1483"/>
                      <a:pt x="1402" y="1476"/>
                      <a:pt x="1470" y="1476"/>
                    </a:cubicBezTo>
                    <a:cubicBezTo>
                      <a:pt x="1872" y="1476"/>
                      <a:pt x="2170" y="1721"/>
                      <a:pt x="2284" y="2148"/>
                    </a:cubicBezTo>
                    <a:cubicBezTo>
                      <a:pt x="2329" y="2327"/>
                      <a:pt x="2364" y="2505"/>
                      <a:pt x="2409" y="2683"/>
                    </a:cubicBezTo>
                    <a:cubicBezTo>
                      <a:pt x="2472" y="2902"/>
                      <a:pt x="2592" y="3009"/>
                      <a:pt x="2776" y="3009"/>
                    </a:cubicBezTo>
                    <a:cubicBezTo>
                      <a:pt x="2824" y="3009"/>
                      <a:pt x="2877" y="3002"/>
                      <a:pt x="2935" y="2987"/>
                    </a:cubicBezTo>
                    <a:cubicBezTo>
                      <a:pt x="3328" y="2880"/>
                      <a:pt x="3622" y="2478"/>
                      <a:pt x="3542" y="2077"/>
                    </a:cubicBezTo>
                    <a:cubicBezTo>
                      <a:pt x="3444" y="1568"/>
                      <a:pt x="3319" y="1060"/>
                      <a:pt x="3167" y="551"/>
                    </a:cubicBezTo>
                    <a:cubicBezTo>
                      <a:pt x="3066" y="225"/>
                      <a:pt x="2756" y="1"/>
                      <a:pt x="242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3" name="Google Shape;133;p6"/>
            <p:cNvSpPr/>
            <p:nvPr/>
          </p:nvSpPr>
          <p:spPr>
            <a:xfrm>
              <a:off x="4148672" y="4724979"/>
              <a:ext cx="80766" cy="82096"/>
            </a:xfrm>
            <a:custGeom>
              <a:avLst/>
              <a:gdLst/>
              <a:ahLst/>
              <a:cxnLst/>
              <a:rect l="l" t="t" r="r" b="b"/>
              <a:pathLst>
                <a:path w="1098" h="1116" extrusionOk="0">
                  <a:moveTo>
                    <a:pt x="554" y="0"/>
                  </a:moveTo>
                  <a:cubicBezTo>
                    <a:pt x="233" y="0"/>
                    <a:pt x="1" y="250"/>
                    <a:pt x="10" y="580"/>
                  </a:cubicBezTo>
                  <a:cubicBezTo>
                    <a:pt x="18" y="884"/>
                    <a:pt x="242" y="1107"/>
                    <a:pt x="527" y="1116"/>
                  </a:cubicBezTo>
                  <a:cubicBezTo>
                    <a:pt x="532" y="1116"/>
                    <a:pt x="538" y="1116"/>
                    <a:pt x="543" y="1116"/>
                  </a:cubicBezTo>
                  <a:cubicBezTo>
                    <a:pt x="856" y="1116"/>
                    <a:pt x="1089" y="860"/>
                    <a:pt x="1098" y="545"/>
                  </a:cubicBezTo>
                  <a:cubicBezTo>
                    <a:pt x="1098" y="224"/>
                    <a:pt x="875" y="0"/>
                    <a:pt x="5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>
              <a:off x="3854943" y="4883286"/>
              <a:ext cx="74808" cy="72312"/>
            </a:xfrm>
            <a:custGeom>
              <a:avLst/>
              <a:gdLst/>
              <a:ahLst/>
              <a:cxnLst/>
              <a:rect l="l" t="t" r="r" b="b"/>
              <a:pathLst>
                <a:path w="1017" h="983" extrusionOk="0">
                  <a:moveTo>
                    <a:pt x="491" y="1"/>
                  </a:moveTo>
                  <a:cubicBezTo>
                    <a:pt x="485" y="1"/>
                    <a:pt x="479" y="1"/>
                    <a:pt x="473" y="1"/>
                  </a:cubicBezTo>
                  <a:cubicBezTo>
                    <a:pt x="187" y="1"/>
                    <a:pt x="0" y="197"/>
                    <a:pt x="9" y="492"/>
                  </a:cubicBezTo>
                  <a:cubicBezTo>
                    <a:pt x="9" y="768"/>
                    <a:pt x="232" y="982"/>
                    <a:pt x="526" y="982"/>
                  </a:cubicBezTo>
                  <a:cubicBezTo>
                    <a:pt x="803" y="982"/>
                    <a:pt x="1008" y="786"/>
                    <a:pt x="1017" y="509"/>
                  </a:cubicBezTo>
                  <a:cubicBezTo>
                    <a:pt x="1017" y="221"/>
                    <a:pt x="794" y="1"/>
                    <a:pt x="4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3129998" y="4879394"/>
              <a:ext cx="50608" cy="50096"/>
            </a:xfrm>
            <a:custGeom>
              <a:avLst/>
              <a:gdLst/>
              <a:ahLst/>
              <a:cxnLst/>
              <a:rect l="l" t="t" r="r" b="b"/>
              <a:pathLst>
                <a:path w="688" h="681" extrusionOk="0">
                  <a:moveTo>
                    <a:pt x="360" y="1"/>
                  </a:moveTo>
                  <a:cubicBezTo>
                    <a:pt x="188" y="1"/>
                    <a:pt x="27" y="149"/>
                    <a:pt x="10" y="340"/>
                  </a:cubicBezTo>
                  <a:cubicBezTo>
                    <a:pt x="1" y="518"/>
                    <a:pt x="117" y="661"/>
                    <a:pt x="286" y="679"/>
                  </a:cubicBezTo>
                  <a:cubicBezTo>
                    <a:pt x="298" y="680"/>
                    <a:pt x="311" y="681"/>
                    <a:pt x="322" y="681"/>
                  </a:cubicBezTo>
                  <a:cubicBezTo>
                    <a:pt x="509" y="681"/>
                    <a:pt x="645" y="551"/>
                    <a:pt x="670" y="367"/>
                  </a:cubicBezTo>
                  <a:cubicBezTo>
                    <a:pt x="688" y="179"/>
                    <a:pt x="563" y="19"/>
                    <a:pt x="375" y="1"/>
                  </a:cubicBezTo>
                  <a:cubicBezTo>
                    <a:pt x="370" y="1"/>
                    <a:pt x="365" y="1"/>
                    <a:pt x="3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4702448" y="4603494"/>
              <a:ext cx="50608" cy="50096"/>
            </a:xfrm>
            <a:custGeom>
              <a:avLst/>
              <a:gdLst/>
              <a:ahLst/>
              <a:cxnLst/>
              <a:rect l="l" t="t" r="r" b="b"/>
              <a:pathLst>
                <a:path w="688" h="681" extrusionOk="0">
                  <a:moveTo>
                    <a:pt x="360" y="1"/>
                  </a:moveTo>
                  <a:cubicBezTo>
                    <a:pt x="188" y="1"/>
                    <a:pt x="27" y="149"/>
                    <a:pt x="10" y="340"/>
                  </a:cubicBezTo>
                  <a:cubicBezTo>
                    <a:pt x="1" y="518"/>
                    <a:pt x="117" y="661"/>
                    <a:pt x="286" y="679"/>
                  </a:cubicBezTo>
                  <a:cubicBezTo>
                    <a:pt x="298" y="680"/>
                    <a:pt x="311" y="681"/>
                    <a:pt x="322" y="681"/>
                  </a:cubicBezTo>
                  <a:cubicBezTo>
                    <a:pt x="509" y="681"/>
                    <a:pt x="645" y="551"/>
                    <a:pt x="670" y="367"/>
                  </a:cubicBezTo>
                  <a:cubicBezTo>
                    <a:pt x="688" y="179"/>
                    <a:pt x="563" y="19"/>
                    <a:pt x="375" y="1"/>
                  </a:cubicBezTo>
                  <a:cubicBezTo>
                    <a:pt x="370" y="1"/>
                    <a:pt x="365" y="1"/>
                    <a:pt x="3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2050997" y="4"/>
              <a:ext cx="80766" cy="82096"/>
            </a:xfrm>
            <a:custGeom>
              <a:avLst/>
              <a:gdLst/>
              <a:ahLst/>
              <a:cxnLst/>
              <a:rect l="l" t="t" r="r" b="b"/>
              <a:pathLst>
                <a:path w="1098" h="1116" extrusionOk="0">
                  <a:moveTo>
                    <a:pt x="554" y="0"/>
                  </a:moveTo>
                  <a:cubicBezTo>
                    <a:pt x="233" y="0"/>
                    <a:pt x="1" y="250"/>
                    <a:pt x="10" y="580"/>
                  </a:cubicBezTo>
                  <a:cubicBezTo>
                    <a:pt x="18" y="884"/>
                    <a:pt x="242" y="1107"/>
                    <a:pt x="527" y="1116"/>
                  </a:cubicBezTo>
                  <a:cubicBezTo>
                    <a:pt x="532" y="1116"/>
                    <a:pt x="538" y="1116"/>
                    <a:pt x="543" y="1116"/>
                  </a:cubicBezTo>
                  <a:cubicBezTo>
                    <a:pt x="856" y="1116"/>
                    <a:pt x="1089" y="860"/>
                    <a:pt x="1098" y="545"/>
                  </a:cubicBezTo>
                  <a:cubicBezTo>
                    <a:pt x="1098" y="224"/>
                    <a:pt x="875" y="0"/>
                    <a:pt x="5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6"/>
            <p:cNvSpPr/>
            <p:nvPr/>
          </p:nvSpPr>
          <p:spPr>
            <a:xfrm>
              <a:off x="1753147" y="4802191"/>
              <a:ext cx="80766" cy="82096"/>
            </a:xfrm>
            <a:custGeom>
              <a:avLst/>
              <a:gdLst/>
              <a:ahLst/>
              <a:cxnLst/>
              <a:rect l="l" t="t" r="r" b="b"/>
              <a:pathLst>
                <a:path w="1098" h="1116" extrusionOk="0">
                  <a:moveTo>
                    <a:pt x="554" y="0"/>
                  </a:moveTo>
                  <a:cubicBezTo>
                    <a:pt x="233" y="0"/>
                    <a:pt x="1" y="250"/>
                    <a:pt x="10" y="580"/>
                  </a:cubicBezTo>
                  <a:cubicBezTo>
                    <a:pt x="18" y="884"/>
                    <a:pt x="242" y="1107"/>
                    <a:pt x="527" y="1116"/>
                  </a:cubicBezTo>
                  <a:cubicBezTo>
                    <a:pt x="532" y="1116"/>
                    <a:pt x="538" y="1116"/>
                    <a:pt x="543" y="1116"/>
                  </a:cubicBezTo>
                  <a:cubicBezTo>
                    <a:pt x="856" y="1116"/>
                    <a:pt x="1089" y="860"/>
                    <a:pt x="1098" y="545"/>
                  </a:cubicBezTo>
                  <a:cubicBezTo>
                    <a:pt x="1098" y="224"/>
                    <a:pt x="875" y="0"/>
                    <a:pt x="5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6"/>
            <p:cNvSpPr/>
            <p:nvPr/>
          </p:nvSpPr>
          <p:spPr>
            <a:xfrm>
              <a:off x="1833923" y="4603494"/>
              <a:ext cx="50608" cy="50096"/>
            </a:xfrm>
            <a:custGeom>
              <a:avLst/>
              <a:gdLst/>
              <a:ahLst/>
              <a:cxnLst/>
              <a:rect l="l" t="t" r="r" b="b"/>
              <a:pathLst>
                <a:path w="688" h="681" extrusionOk="0">
                  <a:moveTo>
                    <a:pt x="360" y="1"/>
                  </a:moveTo>
                  <a:cubicBezTo>
                    <a:pt x="188" y="1"/>
                    <a:pt x="27" y="149"/>
                    <a:pt x="10" y="340"/>
                  </a:cubicBezTo>
                  <a:cubicBezTo>
                    <a:pt x="1" y="518"/>
                    <a:pt x="117" y="661"/>
                    <a:pt x="286" y="679"/>
                  </a:cubicBezTo>
                  <a:cubicBezTo>
                    <a:pt x="298" y="680"/>
                    <a:pt x="311" y="681"/>
                    <a:pt x="322" y="681"/>
                  </a:cubicBezTo>
                  <a:cubicBezTo>
                    <a:pt x="509" y="681"/>
                    <a:pt x="645" y="551"/>
                    <a:pt x="670" y="367"/>
                  </a:cubicBezTo>
                  <a:cubicBezTo>
                    <a:pt x="688" y="179"/>
                    <a:pt x="563" y="19"/>
                    <a:pt x="375" y="1"/>
                  </a:cubicBezTo>
                  <a:cubicBezTo>
                    <a:pt x="370" y="1"/>
                    <a:pt x="365" y="1"/>
                    <a:pt x="3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6"/>
            <p:cNvSpPr/>
            <p:nvPr/>
          </p:nvSpPr>
          <p:spPr>
            <a:xfrm>
              <a:off x="6268622" y="4653604"/>
              <a:ext cx="80766" cy="82096"/>
            </a:xfrm>
            <a:custGeom>
              <a:avLst/>
              <a:gdLst/>
              <a:ahLst/>
              <a:cxnLst/>
              <a:rect l="l" t="t" r="r" b="b"/>
              <a:pathLst>
                <a:path w="1098" h="1116" extrusionOk="0">
                  <a:moveTo>
                    <a:pt x="554" y="0"/>
                  </a:moveTo>
                  <a:cubicBezTo>
                    <a:pt x="233" y="0"/>
                    <a:pt x="1" y="250"/>
                    <a:pt x="10" y="580"/>
                  </a:cubicBezTo>
                  <a:cubicBezTo>
                    <a:pt x="18" y="884"/>
                    <a:pt x="242" y="1107"/>
                    <a:pt x="527" y="1116"/>
                  </a:cubicBezTo>
                  <a:cubicBezTo>
                    <a:pt x="532" y="1116"/>
                    <a:pt x="538" y="1116"/>
                    <a:pt x="543" y="1116"/>
                  </a:cubicBezTo>
                  <a:cubicBezTo>
                    <a:pt x="856" y="1116"/>
                    <a:pt x="1089" y="860"/>
                    <a:pt x="1098" y="545"/>
                  </a:cubicBezTo>
                  <a:cubicBezTo>
                    <a:pt x="1098" y="224"/>
                    <a:pt x="875" y="0"/>
                    <a:pt x="5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6"/>
            <p:cNvSpPr/>
            <p:nvPr/>
          </p:nvSpPr>
          <p:spPr>
            <a:xfrm>
              <a:off x="6233847" y="224429"/>
              <a:ext cx="80766" cy="82096"/>
            </a:xfrm>
            <a:custGeom>
              <a:avLst/>
              <a:gdLst/>
              <a:ahLst/>
              <a:cxnLst/>
              <a:rect l="l" t="t" r="r" b="b"/>
              <a:pathLst>
                <a:path w="1098" h="1116" extrusionOk="0">
                  <a:moveTo>
                    <a:pt x="554" y="0"/>
                  </a:moveTo>
                  <a:cubicBezTo>
                    <a:pt x="233" y="0"/>
                    <a:pt x="1" y="250"/>
                    <a:pt x="10" y="580"/>
                  </a:cubicBezTo>
                  <a:cubicBezTo>
                    <a:pt x="18" y="884"/>
                    <a:pt x="242" y="1107"/>
                    <a:pt x="527" y="1116"/>
                  </a:cubicBezTo>
                  <a:cubicBezTo>
                    <a:pt x="532" y="1116"/>
                    <a:pt x="538" y="1116"/>
                    <a:pt x="543" y="1116"/>
                  </a:cubicBezTo>
                  <a:cubicBezTo>
                    <a:pt x="856" y="1116"/>
                    <a:pt x="1089" y="860"/>
                    <a:pt x="1098" y="545"/>
                  </a:cubicBezTo>
                  <a:cubicBezTo>
                    <a:pt x="1098" y="224"/>
                    <a:pt x="875" y="0"/>
                    <a:pt x="5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6"/>
            <p:cNvSpPr/>
            <p:nvPr/>
          </p:nvSpPr>
          <p:spPr>
            <a:xfrm>
              <a:off x="6501073" y="306519"/>
              <a:ext cx="50608" cy="50096"/>
            </a:xfrm>
            <a:custGeom>
              <a:avLst/>
              <a:gdLst/>
              <a:ahLst/>
              <a:cxnLst/>
              <a:rect l="l" t="t" r="r" b="b"/>
              <a:pathLst>
                <a:path w="688" h="681" extrusionOk="0">
                  <a:moveTo>
                    <a:pt x="360" y="1"/>
                  </a:moveTo>
                  <a:cubicBezTo>
                    <a:pt x="188" y="1"/>
                    <a:pt x="27" y="149"/>
                    <a:pt x="10" y="340"/>
                  </a:cubicBezTo>
                  <a:cubicBezTo>
                    <a:pt x="1" y="518"/>
                    <a:pt x="117" y="661"/>
                    <a:pt x="286" y="679"/>
                  </a:cubicBezTo>
                  <a:cubicBezTo>
                    <a:pt x="298" y="680"/>
                    <a:pt x="311" y="681"/>
                    <a:pt x="322" y="681"/>
                  </a:cubicBezTo>
                  <a:cubicBezTo>
                    <a:pt x="509" y="681"/>
                    <a:pt x="645" y="551"/>
                    <a:pt x="670" y="367"/>
                  </a:cubicBezTo>
                  <a:cubicBezTo>
                    <a:pt x="688" y="179"/>
                    <a:pt x="563" y="19"/>
                    <a:pt x="375" y="1"/>
                  </a:cubicBezTo>
                  <a:cubicBezTo>
                    <a:pt x="370" y="1"/>
                    <a:pt x="365" y="1"/>
                    <a:pt x="3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6"/>
            <p:cNvSpPr/>
            <p:nvPr/>
          </p:nvSpPr>
          <p:spPr>
            <a:xfrm>
              <a:off x="1088248" y="240419"/>
              <a:ext cx="50608" cy="50096"/>
            </a:xfrm>
            <a:custGeom>
              <a:avLst/>
              <a:gdLst/>
              <a:ahLst/>
              <a:cxnLst/>
              <a:rect l="l" t="t" r="r" b="b"/>
              <a:pathLst>
                <a:path w="688" h="681" extrusionOk="0">
                  <a:moveTo>
                    <a:pt x="360" y="1"/>
                  </a:moveTo>
                  <a:cubicBezTo>
                    <a:pt x="188" y="1"/>
                    <a:pt x="27" y="149"/>
                    <a:pt x="10" y="340"/>
                  </a:cubicBezTo>
                  <a:cubicBezTo>
                    <a:pt x="1" y="518"/>
                    <a:pt x="117" y="661"/>
                    <a:pt x="286" y="679"/>
                  </a:cubicBezTo>
                  <a:cubicBezTo>
                    <a:pt x="298" y="680"/>
                    <a:pt x="311" y="681"/>
                    <a:pt x="322" y="681"/>
                  </a:cubicBezTo>
                  <a:cubicBezTo>
                    <a:pt x="509" y="681"/>
                    <a:pt x="645" y="551"/>
                    <a:pt x="670" y="367"/>
                  </a:cubicBezTo>
                  <a:cubicBezTo>
                    <a:pt x="688" y="179"/>
                    <a:pt x="563" y="19"/>
                    <a:pt x="375" y="1"/>
                  </a:cubicBezTo>
                  <a:cubicBezTo>
                    <a:pt x="370" y="1"/>
                    <a:pt x="365" y="1"/>
                    <a:pt x="3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6"/>
            <p:cNvSpPr/>
            <p:nvPr/>
          </p:nvSpPr>
          <p:spPr>
            <a:xfrm>
              <a:off x="1374973" y="224419"/>
              <a:ext cx="50608" cy="50096"/>
            </a:xfrm>
            <a:custGeom>
              <a:avLst/>
              <a:gdLst/>
              <a:ahLst/>
              <a:cxnLst/>
              <a:rect l="l" t="t" r="r" b="b"/>
              <a:pathLst>
                <a:path w="688" h="681" extrusionOk="0">
                  <a:moveTo>
                    <a:pt x="360" y="1"/>
                  </a:moveTo>
                  <a:cubicBezTo>
                    <a:pt x="188" y="1"/>
                    <a:pt x="27" y="149"/>
                    <a:pt x="10" y="340"/>
                  </a:cubicBezTo>
                  <a:cubicBezTo>
                    <a:pt x="1" y="518"/>
                    <a:pt x="117" y="661"/>
                    <a:pt x="286" y="679"/>
                  </a:cubicBezTo>
                  <a:cubicBezTo>
                    <a:pt x="298" y="680"/>
                    <a:pt x="311" y="681"/>
                    <a:pt x="322" y="681"/>
                  </a:cubicBezTo>
                  <a:cubicBezTo>
                    <a:pt x="509" y="681"/>
                    <a:pt x="645" y="551"/>
                    <a:pt x="670" y="367"/>
                  </a:cubicBezTo>
                  <a:cubicBezTo>
                    <a:pt x="688" y="179"/>
                    <a:pt x="563" y="19"/>
                    <a:pt x="375" y="1"/>
                  </a:cubicBezTo>
                  <a:cubicBezTo>
                    <a:pt x="370" y="1"/>
                    <a:pt x="365" y="1"/>
                    <a:pt x="3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6"/>
            <p:cNvSpPr/>
            <p:nvPr/>
          </p:nvSpPr>
          <p:spPr>
            <a:xfrm>
              <a:off x="4852422" y="4"/>
              <a:ext cx="80766" cy="82096"/>
            </a:xfrm>
            <a:custGeom>
              <a:avLst/>
              <a:gdLst/>
              <a:ahLst/>
              <a:cxnLst/>
              <a:rect l="l" t="t" r="r" b="b"/>
              <a:pathLst>
                <a:path w="1098" h="1116" extrusionOk="0">
                  <a:moveTo>
                    <a:pt x="554" y="0"/>
                  </a:moveTo>
                  <a:cubicBezTo>
                    <a:pt x="233" y="0"/>
                    <a:pt x="1" y="250"/>
                    <a:pt x="10" y="580"/>
                  </a:cubicBezTo>
                  <a:cubicBezTo>
                    <a:pt x="18" y="884"/>
                    <a:pt x="242" y="1107"/>
                    <a:pt x="527" y="1116"/>
                  </a:cubicBezTo>
                  <a:cubicBezTo>
                    <a:pt x="532" y="1116"/>
                    <a:pt x="538" y="1116"/>
                    <a:pt x="543" y="1116"/>
                  </a:cubicBezTo>
                  <a:cubicBezTo>
                    <a:pt x="856" y="1116"/>
                    <a:pt x="1089" y="860"/>
                    <a:pt x="1098" y="545"/>
                  </a:cubicBezTo>
                  <a:cubicBezTo>
                    <a:pt x="1098" y="224"/>
                    <a:pt x="875" y="0"/>
                    <a:pt x="5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" name="Google Shape;146;p6"/>
            <p:cNvGrpSpPr/>
            <p:nvPr/>
          </p:nvGrpSpPr>
          <p:grpSpPr>
            <a:xfrm rot="-531719" flipH="1">
              <a:off x="8128952" y="4622284"/>
              <a:ext cx="274623" cy="287490"/>
              <a:chOff x="3846691" y="5124569"/>
              <a:chExt cx="163727" cy="171376"/>
            </a:xfrm>
          </p:grpSpPr>
          <p:sp>
            <p:nvSpPr>
              <p:cNvPr id="147" name="Google Shape;147;p6"/>
              <p:cNvSpPr/>
              <p:nvPr/>
            </p:nvSpPr>
            <p:spPr>
              <a:xfrm>
                <a:off x="3889394" y="5124569"/>
                <a:ext cx="121024" cy="99872"/>
              </a:xfrm>
              <a:custGeom>
                <a:avLst/>
                <a:gdLst/>
                <a:ahLst/>
                <a:cxnLst/>
                <a:rect l="l" t="t" r="r" b="b"/>
                <a:pathLst>
                  <a:path w="3639" h="3003" extrusionOk="0">
                    <a:moveTo>
                      <a:pt x="2342" y="1"/>
                    </a:moveTo>
                    <a:cubicBezTo>
                      <a:pt x="2321" y="1"/>
                      <a:pt x="2296" y="3"/>
                      <a:pt x="2274" y="12"/>
                    </a:cubicBezTo>
                    <a:cubicBezTo>
                      <a:pt x="1703" y="146"/>
                      <a:pt x="1132" y="280"/>
                      <a:pt x="561" y="440"/>
                    </a:cubicBezTo>
                    <a:cubicBezTo>
                      <a:pt x="231" y="529"/>
                      <a:pt x="26" y="851"/>
                      <a:pt x="8" y="1190"/>
                    </a:cubicBezTo>
                    <a:cubicBezTo>
                      <a:pt x="0" y="1505"/>
                      <a:pt x="145" y="1681"/>
                      <a:pt x="409" y="1681"/>
                    </a:cubicBezTo>
                    <a:cubicBezTo>
                      <a:pt x="458" y="1681"/>
                      <a:pt x="512" y="1675"/>
                      <a:pt x="570" y="1662"/>
                    </a:cubicBezTo>
                    <a:cubicBezTo>
                      <a:pt x="802" y="1609"/>
                      <a:pt x="1034" y="1546"/>
                      <a:pt x="1266" y="1493"/>
                    </a:cubicBezTo>
                    <a:cubicBezTo>
                      <a:pt x="1340" y="1478"/>
                      <a:pt x="1412" y="1471"/>
                      <a:pt x="1482" y="1471"/>
                    </a:cubicBezTo>
                    <a:cubicBezTo>
                      <a:pt x="1870" y="1471"/>
                      <a:pt x="2169" y="1698"/>
                      <a:pt x="2283" y="2100"/>
                    </a:cubicBezTo>
                    <a:cubicBezTo>
                      <a:pt x="2345" y="2296"/>
                      <a:pt x="2381" y="2501"/>
                      <a:pt x="2434" y="2688"/>
                    </a:cubicBezTo>
                    <a:cubicBezTo>
                      <a:pt x="2496" y="2900"/>
                      <a:pt x="2620" y="3002"/>
                      <a:pt x="2795" y="3002"/>
                    </a:cubicBezTo>
                    <a:cubicBezTo>
                      <a:pt x="2849" y="3002"/>
                      <a:pt x="2907" y="2993"/>
                      <a:pt x="2970" y="2974"/>
                    </a:cubicBezTo>
                    <a:cubicBezTo>
                      <a:pt x="3380" y="2858"/>
                      <a:pt x="3639" y="2474"/>
                      <a:pt x="3550" y="2037"/>
                    </a:cubicBezTo>
                    <a:cubicBezTo>
                      <a:pt x="3460" y="1538"/>
                      <a:pt x="3335" y="1047"/>
                      <a:pt x="3193" y="556"/>
                    </a:cubicBezTo>
                    <a:cubicBezTo>
                      <a:pt x="3095" y="217"/>
                      <a:pt x="2764" y="3"/>
                      <a:pt x="2390" y="3"/>
                    </a:cubicBezTo>
                    <a:cubicBezTo>
                      <a:pt x="2381" y="3"/>
                      <a:pt x="2363" y="1"/>
                      <a:pt x="234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6"/>
              <p:cNvSpPr/>
              <p:nvPr/>
            </p:nvSpPr>
            <p:spPr>
              <a:xfrm>
                <a:off x="3846691" y="5196073"/>
                <a:ext cx="121024" cy="99872"/>
              </a:xfrm>
              <a:custGeom>
                <a:avLst/>
                <a:gdLst/>
                <a:ahLst/>
                <a:cxnLst/>
                <a:rect l="l" t="t" r="r" b="b"/>
                <a:pathLst>
                  <a:path w="3639" h="3003" extrusionOk="0">
                    <a:moveTo>
                      <a:pt x="2409" y="0"/>
                    </a:moveTo>
                    <a:cubicBezTo>
                      <a:pt x="2345" y="0"/>
                      <a:pt x="2279" y="7"/>
                      <a:pt x="2211" y="21"/>
                    </a:cubicBezTo>
                    <a:cubicBezTo>
                      <a:pt x="1667" y="137"/>
                      <a:pt x="1131" y="271"/>
                      <a:pt x="596" y="413"/>
                    </a:cubicBezTo>
                    <a:cubicBezTo>
                      <a:pt x="239" y="512"/>
                      <a:pt x="7" y="833"/>
                      <a:pt x="7" y="1198"/>
                    </a:cubicBezTo>
                    <a:cubicBezTo>
                      <a:pt x="0" y="1516"/>
                      <a:pt x="127" y="1682"/>
                      <a:pt x="383" y="1682"/>
                    </a:cubicBezTo>
                    <a:cubicBezTo>
                      <a:pt x="444" y="1682"/>
                      <a:pt x="512" y="1672"/>
                      <a:pt x="587" y="1653"/>
                    </a:cubicBezTo>
                    <a:cubicBezTo>
                      <a:pt x="801" y="1600"/>
                      <a:pt x="1015" y="1546"/>
                      <a:pt x="1229" y="1502"/>
                    </a:cubicBezTo>
                    <a:cubicBezTo>
                      <a:pt x="1314" y="1482"/>
                      <a:pt x="1396" y="1473"/>
                      <a:pt x="1474" y="1473"/>
                    </a:cubicBezTo>
                    <a:cubicBezTo>
                      <a:pt x="1867" y="1473"/>
                      <a:pt x="2171" y="1710"/>
                      <a:pt x="2282" y="2126"/>
                    </a:cubicBezTo>
                    <a:cubicBezTo>
                      <a:pt x="2336" y="2314"/>
                      <a:pt x="2371" y="2510"/>
                      <a:pt x="2425" y="2697"/>
                    </a:cubicBezTo>
                    <a:cubicBezTo>
                      <a:pt x="2486" y="2902"/>
                      <a:pt x="2600" y="3002"/>
                      <a:pt x="2773" y="3002"/>
                    </a:cubicBezTo>
                    <a:cubicBezTo>
                      <a:pt x="2827" y="3002"/>
                      <a:pt x="2886" y="2993"/>
                      <a:pt x="2951" y="2974"/>
                    </a:cubicBezTo>
                    <a:cubicBezTo>
                      <a:pt x="3388" y="2840"/>
                      <a:pt x="3638" y="2430"/>
                      <a:pt x="3531" y="1975"/>
                    </a:cubicBezTo>
                    <a:cubicBezTo>
                      <a:pt x="3433" y="1537"/>
                      <a:pt x="3326" y="1100"/>
                      <a:pt x="3219" y="663"/>
                    </a:cubicBezTo>
                    <a:cubicBezTo>
                      <a:pt x="3104" y="250"/>
                      <a:pt x="2798" y="0"/>
                      <a:pt x="24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9" name="Google Shape;149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/>
          <p:nvPr/>
        </p:nvSpPr>
        <p:spPr>
          <a:xfrm flipH="1">
            <a:off x="4276285" y="0"/>
            <a:ext cx="4867723" cy="5143562"/>
          </a:xfrm>
          <a:custGeom>
            <a:avLst/>
            <a:gdLst/>
            <a:ahLst/>
            <a:cxnLst/>
            <a:rect l="l" t="t" r="r" b="b"/>
            <a:pathLst>
              <a:path w="47541" h="50235" extrusionOk="0">
                <a:moveTo>
                  <a:pt x="170" y="0"/>
                </a:moveTo>
                <a:cubicBezTo>
                  <a:pt x="134" y="0"/>
                  <a:pt x="89" y="9"/>
                  <a:pt x="45" y="9"/>
                </a:cubicBezTo>
                <a:cubicBezTo>
                  <a:pt x="45" y="9"/>
                  <a:pt x="36" y="18"/>
                  <a:pt x="27" y="27"/>
                </a:cubicBezTo>
                <a:cubicBezTo>
                  <a:pt x="27" y="27"/>
                  <a:pt x="18" y="36"/>
                  <a:pt x="0" y="54"/>
                </a:cubicBezTo>
                <a:lnTo>
                  <a:pt x="0" y="366"/>
                </a:lnTo>
                <a:cubicBezTo>
                  <a:pt x="0" y="16888"/>
                  <a:pt x="0" y="33410"/>
                  <a:pt x="0" y="49931"/>
                </a:cubicBezTo>
                <a:cubicBezTo>
                  <a:pt x="0" y="50029"/>
                  <a:pt x="0" y="50136"/>
                  <a:pt x="0" y="50235"/>
                </a:cubicBezTo>
                <a:lnTo>
                  <a:pt x="45756" y="50235"/>
                </a:lnTo>
                <a:cubicBezTo>
                  <a:pt x="45792" y="50163"/>
                  <a:pt x="45828" y="50092"/>
                  <a:pt x="45872" y="50029"/>
                </a:cubicBezTo>
                <a:cubicBezTo>
                  <a:pt x="46345" y="49467"/>
                  <a:pt x="46773" y="48879"/>
                  <a:pt x="47085" y="48218"/>
                </a:cubicBezTo>
                <a:cubicBezTo>
                  <a:pt x="47273" y="47808"/>
                  <a:pt x="47416" y="47389"/>
                  <a:pt x="47460" y="46952"/>
                </a:cubicBezTo>
                <a:cubicBezTo>
                  <a:pt x="47540" y="46238"/>
                  <a:pt x="47371" y="45578"/>
                  <a:pt x="46934" y="45016"/>
                </a:cubicBezTo>
                <a:cubicBezTo>
                  <a:pt x="46684" y="44704"/>
                  <a:pt x="46416" y="44418"/>
                  <a:pt x="46158" y="44124"/>
                </a:cubicBezTo>
                <a:cubicBezTo>
                  <a:pt x="45899" y="43803"/>
                  <a:pt x="45622" y="43499"/>
                  <a:pt x="45399" y="43160"/>
                </a:cubicBezTo>
                <a:cubicBezTo>
                  <a:pt x="45069" y="42661"/>
                  <a:pt x="44998" y="42108"/>
                  <a:pt x="45141" y="41519"/>
                </a:cubicBezTo>
                <a:cubicBezTo>
                  <a:pt x="45257" y="41055"/>
                  <a:pt x="45480" y="40636"/>
                  <a:pt x="45676" y="40198"/>
                </a:cubicBezTo>
                <a:cubicBezTo>
                  <a:pt x="45854" y="39806"/>
                  <a:pt x="46042" y="39413"/>
                  <a:pt x="46176" y="39003"/>
                </a:cubicBezTo>
                <a:cubicBezTo>
                  <a:pt x="46434" y="38218"/>
                  <a:pt x="46265" y="37495"/>
                  <a:pt x="45765" y="36853"/>
                </a:cubicBezTo>
                <a:cubicBezTo>
                  <a:pt x="45382" y="36371"/>
                  <a:pt x="44900" y="36015"/>
                  <a:pt x="44338" y="35774"/>
                </a:cubicBezTo>
                <a:cubicBezTo>
                  <a:pt x="43936" y="35604"/>
                  <a:pt x="43526" y="35461"/>
                  <a:pt x="43116" y="35319"/>
                </a:cubicBezTo>
                <a:cubicBezTo>
                  <a:pt x="42562" y="35122"/>
                  <a:pt x="42018" y="34926"/>
                  <a:pt x="41519" y="34614"/>
                </a:cubicBezTo>
                <a:cubicBezTo>
                  <a:pt x="40769" y="34132"/>
                  <a:pt x="40207" y="33490"/>
                  <a:pt x="39940" y="32633"/>
                </a:cubicBezTo>
                <a:cubicBezTo>
                  <a:pt x="39619" y="31634"/>
                  <a:pt x="39672" y="30635"/>
                  <a:pt x="40047" y="29654"/>
                </a:cubicBezTo>
                <a:cubicBezTo>
                  <a:pt x="40243" y="29136"/>
                  <a:pt x="40537" y="28673"/>
                  <a:pt x="40867" y="28226"/>
                </a:cubicBezTo>
                <a:cubicBezTo>
                  <a:pt x="41171" y="27825"/>
                  <a:pt x="41474" y="27424"/>
                  <a:pt x="41769" y="27022"/>
                </a:cubicBezTo>
                <a:cubicBezTo>
                  <a:pt x="42134" y="26523"/>
                  <a:pt x="42447" y="25987"/>
                  <a:pt x="42652" y="25390"/>
                </a:cubicBezTo>
                <a:cubicBezTo>
                  <a:pt x="42821" y="24917"/>
                  <a:pt x="42848" y="24426"/>
                  <a:pt x="42759" y="23935"/>
                </a:cubicBezTo>
                <a:cubicBezTo>
                  <a:pt x="42634" y="23204"/>
                  <a:pt x="42295" y="22580"/>
                  <a:pt x="41884" y="21982"/>
                </a:cubicBezTo>
                <a:cubicBezTo>
                  <a:pt x="41465" y="21384"/>
                  <a:pt x="40966" y="20849"/>
                  <a:pt x="40448" y="20340"/>
                </a:cubicBezTo>
                <a:cubicBezTo>
                  <a:pt x="40163" y="20055"/>
                  <a:pt x="39886" y="19769"/>
                  <a:pt x="39627" y="19466"/>
                </a:cubicBezTo>
                <a:cubicBezTo>
                  <a:pt x="39074" y="18815"/>
                  <a:pt x="38637" y="18092"/>
                  <a:pt x="38405" y="17263"/>
                </a:cubicBezTo>
                <a:cubicBezTo>
                  <a:pt x="38048" y="15987"/>
                  <a:pt x="38218" y="14800"/>
                  <a:pt x="39039" y="13730"/>
                </a:cubicBezTo>
                <a:cubicBezTo>
                  <a:pt x="39181" y="13543"/>
                  <a:pt x="39324" y="13355"/>
                  <a:pt x="39485" y="13177"/>
                </a:cubicBezTo>
                <a:cubicBezTo>
                  <a:pt x="39806" y="12820"/>
                  <a:pt x="40127" y="12463"/>
                  <a:pt x="40457" y="12106"/>
                </a:cubicBezTo>
                <a:cubicBezTo>
                  <a:pt x="41296" y="11187"/>
                  <a:pt x="41849" y="10126"/>
                  <a:pt x="42152" y="8930"/>
                </a:cubicBezTo>
                <a:cubicBezTo>
                  <a:pt x="42384" y="8003"/>
                  <a:pt x="42455" y="7066"/>
                  <a:pt x="42447" y="6111"/>
                </a:cubicBezTo>
                <a:cubicBezTo>
                  <a:pt x="42438" y="5576"/>
                  <a:pt x="42339" y="5050"/>
                  <a:pt x="42161" y="4541"/>
                </a:cubicBezTo>
                <a:cubicBezTo>
                  <a:pt x="41893" y="3810"/>
                  <a:pt x="41510" y="3132"/>
                  <a:pt x="41099" y="2472"/>
                </a:cubicBezTo>
                <a:cubicBezTo>
                  <a:pt x="40707" y="1829"/>
                  <a:pt x="40305" y="1187"/>
                  <a:pt x="39913" y="554"/>
                </a:cubicBezTo>
                <a:cubicBezTo>
                  <a:pt x="39806" y="375"/>
                  <a:pt x="39708" y="188"/>
                  <a:pt x="3960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2" name="Google Shape;152;p7"/>
          <p:cNvGrpSpPr/>
          <p:nvPr/>
        </p:nvGrpSpPr>
        <p:grpSpPr>
          <a:xfrm>
            <a:off x="414401" y="159579"/>
            <a:ext cx="8371603" cy="4821565"/>
            <a:chOff x="414401" y="159579"/>
            <a:chExt cx="8371603" cy="4821565"/>
          </a:xfrm>
        </p:grpSpPr>
        <p:grpSp>
          <p:nvGrpSpPr>
            <p:cNvPr id="153" name="Google Shape;153;p7"/>
            <p:cNvGrpSpPr/>
            <p:nvPr/>
          </p:nvGrpSpPr>
          <p:grpSpPr>
            <a:xfrm rot="10800000">
              <a:off x="424600" y="540025"/>
              <a:ext cx="426845" cy="511822"/>
              <a:chOff x="556150" y="1159700"/>
              <a:chExt cx="106175" cy="127300"/>
            </a:xfrm>
          </p:grpSpPr>
          <p:sp>
            <p:nvSpPr>
              <p:cNvPr id="154" name="Google Shape;154;p7"/>
              <p:cNvSpPr/>
              <p:nvPr/>
            </p:nvSpPr>
            <p:spPr>
              <a:xfrm>
                <a:off x="580900" y="1195875"/>
                <a:ext cx="58675" cy="55200"/>
              </a:xfrm>
              <a:custGeom>
                <a:avLst/>
                <a:gdLst/>
                <a:ahLst/>
                <a:cxnLst/>
                <a:rect l="l" t="t" r="r" b="b"/>
                <a:pathLst>
                  <a:path w="2347" h="2208" extrusionOk="0">
                    <a:moveTo>
                      <a:pt x="791" y="0"/>
                    </a:moveTo>
                    <a:cubicBezTo>
                      <a:pt x="511" y="0"/>
                      <a:pt x="301" y="168"/>
                      <a:pt x="233" y="471"/>
                    </a:cubicBezTo>
                    <a:cubicBezTo>
                      <a:pt x="161" y="802"/>
                      <a:pt x="90" y="1141"/>
                      <a:pt x="27" y="1480"/>
                    </a:cubicBezTo>
                    <a:cubicBezTo>
                      <a:pt x="10" y="1533"/>
                      <a:pt x="10" y="1587"/>
                      <a:pt x="1" y="1613"/>
                    </a:cubicBezTo>
                    <a:cubicBezTo>
                      <a:pt x="1" y="1872"/>
                      <a:pt x="152" y="2095"/>
                      <a:pt x="375" y="2175"/>
                    </a:cubicBezTo>
                    <a:cubicBezTo>
                      <a:pt x="428" y="2197"/>
                      <a:pt x="476" y="2208"/>
                      <a:pt x="520" y="2208"/>
                    </a:cubicBezTo>
                    <a:cubicBezTo>
                      <a:pt x="638" y="2208"/>
                      <a:pt x="720" y="2129"/>
                      <a:pt x="759" y="1979"/>
                    </a:cubicBezTo>
                    <a:cubicBezTo>
                      <a:pt x="804" y="1819"/>
                      <a:pt x="830" y="1658"/>
                      <a:pt x="866" y="1497"/>
                    </a:cubicBezTo>
                    <a:cubicBezTo>
                      <a:pt x="937" y="1176"/>
                      <a:pt x="1138" y="1006"/>
                      <a:pt x="1440" y="1006"/>
                    </a:cubicBezTo>
                    <a:cubicBezTo>
                      <a:pt x="1482" y="1006"/>
                      <a:pt x="1525" y="1009"/>
                      <a:pt x="1571" y="1016"/>
                    </a:cubicBezTo>
                    <a:cubicBezTo>
                      <a:pt x="1696" y="1033"/>
                      <a:pt x="1821" y="1069"/>
                      <a:pt x="1945" y="1096"/>
                    </a:cubicBezTo>
                    <a:cubicBezTo>
                      <a:pt x="1977" y="1101"/>
                      <a:pt x="2006" y="1104"/>
                      <a:pt x="2033" y="1104"/>
                    </a:cubicBezTo>
                    <a:cubicBezTo>
                      <a:pt x="2182" y="1104"/>
                      <a:pt x="2263" y="1020"/>
                      <a:pt x="2293" y="846"/>
                    </a:cubicBezTo>
                    <a:cubicBezTo>
                      <a:pt x="2347" y="552"/>
                      <a:pt x="2151" y="266"/>
                      <a:pt x="1838" y="195"/>
                    </a:cubicBezTo>
                    <a:cubicBezTo>
                      <a:pt x="1544" y="124"/>
                      <a:pt x="1250" y="70"/>
                      <a:pt x="946" y="16"/>
                    </a:cubicBezTo>
                    <a:cubicBezTo>
                      <a:pt x="893" y="6"/>
                      <a:pt x="841" y="0"/>
                      <a:pt x="791" y="0"/>
                    </a:cubicBezTo>
                    <a:close/>
                  </a:path>
                </a:pathLst>
              </a:custGeom>
              <a:solidFill>
                <a:srgbClr val="FF441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>
                <a:off x="556150" y="1159700"/>
                <a:ext cx="59575" cy="55475"/>
              </a:xfrm>
              <a:custGeom>
                <a:avLst/>
                <a:gdLst/>
                <a:ahLst/>
                <a:cxnLst/>
                <a:rect l="l" t="t" r="r" b="b"/>
                <a:pathLst>
                  <a:path w="2383" h="2219" extrusionOk="0">
                    <a:moveTo>
                      <a:pt x="893" y="0"/>
                    </a:moveTo>
                    <a:cubicBezTo>
                      <a:pt x="571" y="9"/>
                      <a:pt x="357" y="170"/>
                      <a:pt x="286" y="438"/>
                    </a:cubicBezTo>
                    <a:cubicBezTo>
                      <a:pt x="197" y="812"/>
                      <a:pt x="116" y="1196"/>
                      <a:pt x="54" y="1571"/>
                    </a:cubicBezTo>
                    <a:cubicBezTo>
                      <a:pt x="0" y="1838"/>
                      <a:pt x="170" y="2097"/>
                      <a:pt x="420" y="2186"/>
                    </a:cubicBezTo>
                    <a:cubicBezTo>
                      <a:pt x="472" y="2207"/>
                      <a:pt x="521" y="2218"/>
                      <a:pt x="565" y="2218"/>
                    </a:cubicBezTo>
                    <a:cubicBezTo>
                      <a:pt x="686" y="2218"/>
                      <a:pt x="773" y="2138"/>
                      <a:pt x="812" y="1981"/>
                    </a:cubicBezTo>
                    <a:cubicBezTo>
                      <a:pt x="848" y="1829"/>
                      <a:pt x="875" y="1660"/>
                      <a:pt x="910" y="1508"/>
                    </a:cubicBezTo>
                    <a:cubicBezTo>
                      <a:pt x="985" y="1193"/>
                      <a:pt x="1187" y="1016"/>
                      <a:pt x="1472" y="1016"/>
                    </a:cubicBezTo>
                    <a:cubicBezTo>
                      <a:pt x="1526" y="1016"/>
                      <a:pt x="1583" y="1023"/>
                      <a:pt x="1642" y="1035"/>
                    </a:cubicBezTo>
                    <a:cubicBezTo>
                      <a:pt x="1767" y="1053"/>
                      <a:pt x="1892" y="1089"/>
                      <a:pt x="2017" y="1107"/>
                    </a:cubicBezTo>
                    <a:cubicBezTo>
                      <a:pt x="2039" y="1110"/>
                      <a:pt x="2060" y="1112"/>
                      <a:pt x="2080" y="1112"/>
                    </a:cubicBezTo>
                    <a:cubicBezTo>
                      <a:pt x="2219" y="1112"/>
                      <a:pt x="2298" y="1031"/>
                      <a:pt x="2329" y="875"/>
                    </a:cubicBezTo>
                    <a:cubicBezTo>
                      <a:pt x="2382" y="625"/>
                      <a:pt x="2266" y="393"/>
                      <a:pt x="2043" y="268"/>
                    </a:cubicBezTo>
                    <a:cubicBezTo>
                      <a:pt x="1927" y="206"/>
                      <a:pt x="1794" y="188"/>
                      <a:pt x="1669" y="161"/>
                    </a:cubicBezTo>
                    <a:cubicBezTo>
                      <a:pt x="1392" y="107"/>
                      <a:pt x="1116" y="45"/>
                      <a:pt x="893" y="0"/>
                    </a:cubicBezTo>
                    <a:close/>
                  </a:path>
                </a:pathLst>
              </a:custGeom>
              <a:solidFill>
                <a:srgbClr val="FF441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7"/>
              <p:cNvSpPr/>
              <p:nvPr/>
            </p:nvSpPr>
            <p:spPr>
              <a:xfrm>
                <a:off x="604775" y="1231700"/>
                <a:ext cx="57550" cy="55300"/>
              </a:xfrm>
              <a:custGeom>
                <a:avLst/>
                <a:gdLst/>
                <a:ahLst/>
                <a:cxnLst/>
                <a:rect l="l" t="t" r="r" b="b"/>
                <a:pathLst>
                  <a:path w="2302" h="2212" extrusionOk="0">
                    <a:moveTo>
                      <a:pt x="783" y="1"/>
                    </a:moveTo>
                    <a:cubicBezTo>
                      <a:pt x="491" y="1"/>
                      <a:pt x="289" y="180"/>
                      <a:pt x="214" y="510"/>
                    </a:cubicBezTo>
                    <a:cubicBezTo>
                      <a:pt x="143" y="832"/>
                      <a:pt x="80" y="1153"/>
                      <a:pt x="18" y="1465"/>
                    </a:cubicBezTo>
                    <a:cubicBezTo>
                      <a:pt x="9" y="1527"/>
                      <a:pt x="0" y="1590"/>
                      <a:pt x="0" y="1617"/>
                    </a:cubicBezTo>
                    <a:cubicBezTo>
                      <a:pt x="0" y="1866"/>
                      <a:pt x="116" y="2054"/>
                      <a:pt x="304" y="2152"/>
                    </a:cubicBezTo>
                    <a:cubicBezTo>
                      <a:pt x="381" y="2192"/>
                      <a:pt x="450" y="2212"/>
                      <a:pt x="510" y="2212"/>
                    </a:cubicBezTo>
                    <a:cubicBezTo>
                      <a:pt x="637" y="2212"/>
                      <a:pt x="725" y="2122"/>
                      <a:pt x="767" y="1947"/>
                    </a:cubicBezTo>
                    <a:cubicBezTo>
                      <a:pt x="803" y="1786"/>
                      <a:pt x="830" y="1608"/>
                      <a:pt x="874" y="1447"/>
                    </a:cubicBezTo>
                    <a:cubicBezTo>
                      <a:pt x="954" y="1169"/>
                      <a:pt x="1146" y="1012"/>
                      <a:pt x="1414" y="1012"/>
                    </a:cubicBezTo>
                    <a:cubicBezTo>
                      <a:pt x="1447" y="1012"/>
                      <a:pt x="1481" y="1014"/>
                      <a:pt x="1517" y="1019"/>
                    </a:cubicBezTo>
                    <a:cubicBezTo>
                      <a:pt x="1651" y="1037"/>
                      <a:pt x="1784" y="1072"/>
                      <a:pt x="1927" y="1090"/>
                    </a:cubicBezTo>
                    <a:cubicBezTo>
                      <a:pt x="1959" y="1095"/>
                      <a:pt x="1989" y="1097"/>
                      <a:pt x="2017" y="1097"/>
                    </a:cubicBezTo>
                    <a:cubicBezTo>
                      <a:pt x="2197" y="1097"/>
                      <a:pt x="2285" y="996"/>
                      <a:pt x="2293" y="787"/>
                    </a:cubicBezTo>
                    <a:cubicBezTo>
                      <a:pt x="2302" y="510"/>
                      <a:pt x="2123" y="270"/>
                      <a:pt x="1838" y="207"/>
                    </a:cubicBezTo>
                    <a:cubicBezTo>
                      <a:pt x="1552" y="136"/>
                      <a:pt x="1249" y="73"/>
                      <a:pt x="955" y="20"/>
                    </a:cubicBezTo>
                    <a:cubicBezTo>
                      <a:pt x="894" y="7"/>
                      <a:pt x="837" y="1"/>
                      <a:pt x="783" y="1"/>
                    </a:cubicBezTo>
                    <a:close/>
                  </a:path>
                </a:pathLst>
              </a:custGeom>
              <a:solidFill>
                <a:srgbClr val="FF441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7" name="Google Shape;157;p7"/>
            <p:cNvSpPr/>
            <p:nvPr/>
          </p:nvSpPr>
          <p:spPr>
            <a:xfrm>
              <a:off x="6408892" y="159579"/>
              <a:ext cx="178211" cy="167054"/>
            </a:xfrm>
            <a:custGeom>
              <a:avLst/>
              <a:gdLst/>
              <a:ahLst/>
              <a:cxnLst/>
              <a:rect l="l" t="t" r="r" b="b"/>
              <a:pathLst>
                <a:path w="1438" h="1348" extrusionOk="0">
                  <a:moveTo>
                    <a:pt x="521" y="1"/>
                  </a:moveTo>
                  <a:cubicBezTo>
                    <a:pt x="361" y="1"/>
                    <a:pt x="235" y="97"/>
                    <a:pt x="188" y="267"/>
                  </a:cubicBezTo>
                  <a:cubicBezTo>
                    <a:pt x="126" y="490"/>
                    <a:pt x="81" y="713"/>
                    <a:pt x="28" y="936"/>
                  </a:cubicBezTo>
                  <a:cubicBezTo>
                    <a:pt x="1" y="1096"/>
                    <a:pt x="63" y="1212"/>
                    <a:pt x="197" y="1301"/>
                  </a:cubicBezTo>
                  <a:cubicBezTo>
                    <a:pt x="243" y="1332"/>
                    <a:pt x="286" y="1347"/>
                    <a:pt x="325" y="1347"/>
                  </a:cubicBezTo>
                  <a:cubicBezTo>
                    <a:pt x="398" y="1347"/>
                    <a:pt x="453" y="1294"/>
                    <a:pt x="483" y="1194"/>
                  </a:cubicBezTo>
                  <a:cubicBezTo>
                    <a:pt x="518" y="1096"/>
                    <a:pt x="527" y="998"/>
                    <a:pt x="563" y="900"/>
                  </a:cubicBezTo>
                  <a:cubicBezTo>
                    <a:pt x="618" y="720"/>
                    <a:pt x="727" y="636"/>
                    <a:pt x="898" y="636"/>
                  </a:cubicBezTo>
                  <a:cubicBezTo>
                    <a:pt x="922" y="636"/>
                    <a:pt x="947" y="638"/>
                    <a:pt x="973" y="641"/>
                  </a:cubicBezTo>
                  <a:cubicBezTo>
                    <a:pt x="1045" y="650"/>
                    <a:pt x="1107" y="677"/>
                    <a:pt x="1179" y="686"/>
                  </a:cubicBezTo>
                  <a:cubicBezTo>
                    <a:pt x="1202" y="689"/>
                    <a:pt x="1223" y="691"/>
                    <a:pt x="1243" y="691"/>
                  </a:cubicBezTo>
                  <a:cubicBezTo>
                    <a:pt x="1371" y="691"/>
                    <a:pt x="1437" y="618"/>
                    <a:pt x="1437" y="472"/>
                  </a:cubicBezTo>
                  <a:cubicBezTo>
                    <a:pt x="1428" y="320"/>
                    <a:pt x="1339" y="186"/>
                    <a:pt x="1179" y="142"/>
                  </a:cubicBezTo>
                  <a:cubicBezTo>
                    <a:pt x="982" y="88"/>
                    <a:pt x="795" y="44"/>
                    <a:pt x="599" y="8"/>
                  </a:cubicBezTo>
                  <a:cubicBezTo>
                    <a:pt x="572" y="3"/>
                    <a:pt x="546" y="1"/>
                    <a:pt x="521" y="1"/>
                  </a:cubicBezTo>
                  <a:close/>
                </a:path>
              </a:pathLst>
            </a:custGeom>
            <a:solidFill>
              <a:srgbClr val="FFE0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7"/>
            <p:cNvSpPr/>
            <p:nvPr/>
          </p:nvSpPr>
          <p:spPr>
            <a:xfrm>
              <a:off x="7526625" y="4892536"/>
              <a:ext cx="80926" cy="88608"/>
            </a:xfrm>
            <a:custGeom>
              <a:avLst/>
              <a:gdLst/>
              <a:ahLst/>
              <a:cxnLst/>
              <a:rect l="l" t="t" r="r" b="b"/>
              <a:pathLst>
                <a:path w="653" h="715" extrusionOk="0">
                  <a:moveTo>
                    <a:pt x="336" y="1"/>
                  </a:moveTo>
                  <a:cubicBezTo>
                    <a:pt x="331" y="1"/>
                    <a:pt x="327" y="1"/>
                    <a:pt x="322" y="1"/>
                  </a:cubicBezTo>
                  <a:cubicBezTo>
                    <a:pt x="152" y="1"/>
                    <a:pt x="19" y="162"/>
                    <a:pt x="10" y="376"/>
                  </a:cubicBezTo>
                  <a:cubicBezTo>
                    <a:pt x="1" y="563"/>
                    <a:pt x="135" y="715"/>
                    <a:pt x="322" y="715"/>
                  </a:cubicBezTo>
                  <a:cubicBezTo>
                    <a:pt x="509" y="715"/>
                    <a:pt x="652" y="572"/>
                    <a:pt x="652" y="385"/>
                  </a:cubicBezTo>
                  <a:cubicBezTo>
                    <a:pt x="652" y="167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7"/>
            <p:cNvSpPr/>
            <p:nvPr/>
          </p:nvSpPr>
          <p:spPr>
            <a:xfrm>
              <a:off x="8706317" y="4784223"/>
              <a:ext cx="79687" cy="78694"/>
            </a:xfrm>
            <a:custGeom>
              <a:avLst/>
              <a:gdLst/>
              <a:ahLst/>
              <a:cxnLst/>
              <a:rect l="l" t="t" r="r" b="b"/>
              <a:pathLst>
                <a:path w="643" h="635" extrusionOk="0">
                  <a:moveTo>
                    <a:pt x="322" y="0"/>
                  </a:moveTo>
                  <a:cubicBezTo>
                    <a:pt x="152" y="0"/>
                    <a:pt x="27" y="123"/>
                    <a:pt x="18" y="304"/>
                  </a:cubicBezTo>
                  <a:cubicBezTo>
                    <a:pt x="1" y="492"/>
                    <a:pt x="125" y="625"/>
                    <a:pt x="304" y="634"/>
                  </a:cubicBezTo>
                  <a:cubicBezTo>
                    <a:pt x="310" y="635"/>
                    <a:pt x="316" y="635"/>
                    <a:pt x="323" y="635"/>
                  </a:cubicBezTo>
                  <a:cubicBezTo>
                    <a:pt x="499" y="635"/>
                    <a:pt x="616" y="512"/>
                    <a:pt x="625" y="331"/>
                  </a:cubicBezTo>
                  <a:cubicBezTo>
                    <a:pt x="643" y="144"/>
                    <a:pt x="527" y="10"/>
                    <a:pt x="340" y="1"/>
                  </a:cubicBezTo>
                  <a:cubicBezTo>
                    <a:pt x="334" y="1"/>
                    <a:pt x="328" y="0"/>
                    <a:pt x="322" y="0"/>
                  </a:cubicBezTo>
                  <a:close/>
                </a:path>
              </a:pathLst>
            </a:custGeom>
            <a:solidFill>
              <a:srgbClr val="3E0B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7"/>
            <p:cNvSpPr/>
            <p:nvPr/>
          </p:nvSpPr>
          <p:spPr>
            <a:xfrm>
              <a:off x="7820964" y="622729"/>
              <a:ext cx="83033" cy="74233"/>
            </a:xfrm>
            <a:custGeom>
              <a:avLst/>
              <a:gdLst/>
              <a:ahLst/>
              <a:cxnLst/>
              <a:rect l="l" t="t" r="r" b="b"/>
              <a:pathLst>
                <a:path w="670" h="599" extrusionOk="0">
                  <a:moveTo>
                    <a:pt x="348" y="0"/>
                  </a:moveTo>
                  <a:cubicBezTo>
                    <a:pt x="160" y="0"/>
                    <a:pt x="10" y="130"/>
                    <a:pt x="10" y="286"/>
                  </a:cubicBezTo>
                  <a:cubicBezTo>
                    <a:pt x="1" y="455"/>
                    <a:pt x="152" y="589"/>
                    <a:pt x="349" y="598"/>
                  </a:cubicBezTo>
                  <a:cubicBezTo>
                    <a:pt x="354" y="598"/>
                    <a:pt x="359" y="599"/>
                    <a:pt x="364" y="599"/>
                  </a:cubicBezTo>
                  <a:cubicBezTo>
                    <a:pt x="535" y="599"/>
                    <a:pt x="670" y="459"/>
                    <a:pt x="670" y="295"/>
                  </a:cubicBezTo>
                  <a:cubicBezTo>
                    <a:pt x="670" y="134"/>
                    <a:pt x="536" y="0"/>
                    <a:pt x="366" y="0"/>
                  </a:cubicBezTo>
                  <a:cubicBezTo>
                    <a:pt x="360" y="0"/>
                    <a:pt x="354" y="0"/>
                    <a:pt x="348" y="0"/>
                  </a:cubicBezTo>
                  <a:close/>
                </a:path>
              </a:pathLst>
            </a:custGeom>
            <a:solidFill>
              <a:srgbClr val="3E0B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7"/>
            <p:cNvSpPr/>
            <p:nvPr/>
          </p:nvSpPr>
          <p:spPr>
            <a:xfrm>
              <a:off x="5507802" y="646023"/>
              <a:ext cx="77580" cy="75472"/>
            </a:xfrm>
            <a:custGeom>
              <a:avLst/>
              <a:gdLst/>
              <a:ahLst/>
              <a:cxnLst/>
              <a:rect l="l" t="t" r="r" b="b"/>
              <a:pathLst>
                <a:path w="626" h="609" extrusionOk="0">
                  <a:moveTo>
                    <a:pt x="332" y="0"/>
                  </a:moveTo>
                  <a:cubicBezTo>
                    <a:pt x="323" y="0"/>
                    <a:pt x="313" y="1"/>
                    <a:pt x="304" y="2"/>
                  </a:cubicBezTo>
                  <a:cubicBezTo>
                    <a:pt x="144" y="10"/>
                    <a:pt x="1" y="171"/>
                    <a:pt x="10" y="341"/>
                  </a:cubicBezTo>
                  <a:cubicBezTo>
                    <a:pt x="19" y="487"/>
                    <a:pt x="144" y="609"/>
                    <a:pt x="297" y="609"/>
                  </a:cubicBezTo>
                  <a:cubicBezTo>
                    <a:pt x="302" y="609"/>
                    <a:pt x="308" y="608"/>
                    <a:pt x="313" y="608"/>
                  </a:cubicBezTo>
                  <a:cubicBezTo>
                    <a:pt x="474" y="608"/>
                    <a:pt x="625" y="448"/>
                    <a:pt x="625" y="287"/>
                  </a:cubicBezTo>
                  <a:cubicBezTo>
                    <a:pt x="617" y="136"/>
                    <a:pt x="482" y="0"/>
                    <a:pt x="332" y="0"/>
                  </a:cubicBezTo>
                  <a:close/>
                </a:path>
              </a:pathLst>
            </a:custGeom>
            <a:solidFill>
              <a:srgbClr val="3E0B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7"/>
            <p:cNvSpPr/>
            <p:nvPr/>
          </p:nvSpPr>
          <p:spPr>
            <a:xfrm>
              <a:off x="7076635" y="4885968"/>
              <a:ext cx="53290" cy="54404"/>
            </a:xfrm>
            <a:custGeom>
              <a:avLst/>
              <a:gdLst/>
              <a:ahLst/>
              <a:cxnLst/>
              <a:rect l="l" t="t" r="r" b="b"/>
              <a:pathLst>
                <a:path w="430" h="439" extrusionOk="0">
                  <a:moveTo>
                    <a:pt x="206" y="1"/>
                  </a:moveTo>
                  <a:cubicBezTo>
                    <a:pt x="90" y="10"/>
                    <a:pt x="1" y="108"/>
                    <a:pt x="10" y="241"/>
                  </a:cubicBezTo>
                  <a:cubicBezTo>
                    <a:pt x="10" y="360"/>
                    <a:pt x="82" y="438"/>
                    <a:pt x="196" y="438"/>
                  </a:cubicBezTo>
                  <a:cubicBezTo>
                    <a:pt x="203" y="438"/>
                    <a:pt x="209" y="438"/>
                    <a:pt x="215" y="438"/>
                  </a:cubicBezTo>
                  <a:cubicBezTo>
                    <a:pt x="340" y="438"/>
                    <a:pt x="429" y="331"/>
                    <a:pt x="420" y="206"/>
                  </a:cubicBezTo>
                  <a:cubicBezTo>
                    <a:pt x="420" y="90"/>
                    <a:pt x="322" y="1"/>
                    <a:pt x="206" y="1"/>
                  </a:cubicBezTo>
                  <a:close/>
                </a:path>
              </a:pathLst>
            </a:custGeom>
            <a:solidFill>
              <a:srgbClr val="3E0B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7"/>
            <p:cNvSpPr/>
            <p:nvPr/>
          </p:nvSpPr>
          <p:spPr>
            <a:xfrm>
              <a:off x="5221523" y="696957"/>
              <a:ext cx="47713" cy="44366"/>
            </a:xfrm>
            <a:custGeom>
              <a:avLst/>
              <a:gdLst/>
              <a:ahLst/>
              <a:cxnLst/>
              <a:rect l="l" t="t" r="r" b="b"/>
              <a:pathLst>
                <a:path w="385" h="358" extrusionOk="0">
                  <a:moveTo>
                    <a:pt x="197" y="1"/>
                  </a:moveTo>
                  <a:cubicBezTo>
                    <a:pt x="107" y="1"/>
                    <a:pt x="18" y="72"/>
                    <a:pt x="9" y="170"/>
                  </a:cubicBezTo>
                  <a:cubicBezTo>
                    <a:pt x="0" y="269"/>
                    <a:pt x="72" y="349"/>
                    <a:pt x="179" y="358"/>
                  </a:cubicBezTo>
                  <a:cubicBezTo>
                    <a:pt x="268" y="358"/>
                    <a:pt x="375" y="269"/>
                    <a:pt x="384" y="170"/>
                  </a:cubicBezTo>
                  <a:cubicBezTo>
                    <a:pt x="384" y="81"/>
                    <a:pt x="295" y="1"/>
                    <a:pt x="197" y="1"/>
                  </a:cubicBezTo>
                  <a:close/>
                </a:path>
              </a:pathLst>
            </a:custGeom>
            <a:solidFill>
              <a:srgbClr val="3E0B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>
              <a:off x="7998799" y="4637245"/>
              <a:ext cx="43252" cy="44366"/>
            </a:xfrm>
            <a:custGeom>
              <a:avLst/>
              <a:gdLst/>
              <a:ahLst/>
              <a:cxnLst/>
              <a:rect l="l" t="t" r="r" b="b"/>
              <a:pathLst>
                <a:path w="349" h="358" extrusionOk="0">
                  <a:moveTo>
                    <a:pt x="179" y="0"/>
                  </a:moveTo>
                  <a:cubicBezTo>
                    <a:pt x="71" y="0"/>
                    <a:pt x="0" y="90"/>
                    <a:pt x="0" y="206"/>
                  </a:cubicBezTo>
                  <a:cubicBezTo>
                    <a:pt x="9" y="304"/>
                    <a:pt x="71" y="357"/>
                    <a:pt x="179" y="357"/>
                  </a:cubicBezTo>
                  <a:cubicBezTo>
                    <a:pt x="277" y="348"/>
                    <a:pt x="348" y="268"/>
                    <a:pt x="348" y="170"/>
                  </a:cubicBezTo>
                  <a:cubicBezTo>
                    <a:pt x="339" y="72"/>
                    <a:pt x="277" y="0"/>
                    <a:pt x="1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7"/>
            <p:cNvSpPr/>
            <p:nvPr/>
          </p:nvSpPr>
          <p:spPr>
            <a:xfrm>
              <a:off x="6400149" y="882520"/>
              <a:ext cx="43252" cy="44366"/>
            </a:xfrm>
            <a:custGeom>
              <a:avLst/>
              <a:gdLst/>
              <a:ahLst/>
              <a:cxnLst/>
              <a:rect l="l" t="t" r="r" b="b"/>
              <a:pathLst>
                <a:path w="349" h="358" extrusionOk="0">
                  <a:moveTo>
                    <a:pt x="179" y="0"/>
                  </a:moveTo>
                  <a:cubicBezTo>
                    <a:pt x="71" y="0"/>
                    <a:pt x="0" y="90"/>
                    <a:pt x="0" y="206"/>
                  </a:cubicBezTo>
                  <a:cubicBezTo>
                    <a:pt x="9" y="304"/>
                    <a:pt x="71" y="357"/>
                    <a:pt x="179" y="357"/>
                  </a:cubicBezTo>
                  <a:cubicBezTo>
                    <a:pt x="277" y="348"/>
                    <a:pt x="348" y="268"/>
                    <a:pt x="348" y="170"/>
                  </a:cubicBezTo>
                  <a:cubicBezTo>
                    <a:pt x="339" y="72"/>
                    <a:pt x="277" y="0"/>
                    <a:pt x="1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7"/>
            <p:cNvSpPr/>
            <p:nvPr/>
          </p:nvSpPr>
          <p:spPr>
            <a:xfrm>
              <a:off x="8724537" y="1359795"/>
              <a:ext cx="43252" cy="44366"/>
            </a:xfrm>
            <a:custGeom>
              <a:avLst/>
              <a:gdLst/>
              <a:ahLst/>
              <a:cxnLst/>
              <a:rect l="l" t="t" r="r" b="b"/>
              <a:pathLst>
                <a:path w="349" h="358" extrusionOk="0">
                  <a:moveTo>
                    <a:pt x="179" y="0"/>
                  </a:moveTo>
                  <a:cubicBezTo>
                    <a:pt x="71" y="0"/>
                    <a:pt x="0" y="90"/>
                    <a:pt x="0" y="206"/>
                  </a:cubicBezTo>
                  <a:cubicBezTo>
                    <a:pt x="9" y="304"/>
                    <a:pt x="71" y="357"/>
                    <a:pt x="179" y="357"/>
                  </a:cubicBezTo>
                  <a:cubicBezTo>
                    <a:pt x="277" y="348"/>
                    <a:pt x="348" y="268"/>
                    <a:pt x="348" y="170"/>
                  </a:cubicBezTo>
                  <a:cubicBezTo>
                    <a:pt x="339" y="72"/>
                    <a:pt x="277" y="0"/>
                    <a:pt x="1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7" name="Google Shape;167;p7"/>
            <p:cNvGrpSpPr/>
            <p:nvPr/>
          </p:nvGrpSpPr>
          <p:grpSpPr>
            <a:xfrm flipH="1">
              <a:off x="414401" y="419212"/>
              <a:ext cx="3884222" cy="4541863"/>
              <a:chOff x="4845378" y="419212"/>
              <a:chExt cx="3884222" cy="4541863"/>
            </a:xfrm>
          </p:grpSpPr>
          <p:sp>
            <p:nvSpPr>
              <p:cNvPr id="168" name="Google Shape;168;p7"/>
              <p:cNvSpPr/>
              <p:nvPr/>
            </p:nvSpPr>
            <p:spPr>
              <a:xfrm>
                <a:off x="6106625" y="774806"/>
                <a:ext cx="75240" cy="73270"/>
              </a:xfrm>
              <a:custGeom>
                <a:avLst/>
                <a:gdLst/>
                <a:ahLst/>
                <a:cxnLst/>
                <a:rect l="l" t="t" r="r" b="b"/>
                <a:pathLst>
                  <a:path w="688" h="670" extrusionOk="0">
                    <a:moveTo>
                      <a:pt x="348" y="1"/>
                    </a:moveTo>
                    <a:cubicBezTo>
                      <a:pt x="143" y="1"/>
                      <a:pt x="0" y="143"/>
                      <a:pt x="0" y="340"/>
                    </a:cubicBezTo>
                    <a:cubicBezTo>
                      <a:pt x="0" y="545"/>
                      <a:pt x="143" y="670"/>
                      <a:pt x="357" y="670"/>
                    </a:cubicBezTo>
                    <a:cubicBezTo>
                      <a:pt x="554" y="670"/>
                      <a:pt x="687" y="545"/>
                      <a:pt x="687" y="348"/>
                    </a:cubicBezTo>
                    <a:cubicBezTo>
                      <a:pt x="687" y="152"/>
                      <a:pt x="545" y="9"/>
                      <a:pt x="348" y="1"/>
                    </a:cubicBezTo>
                    <a:close/>
                  </a:path>
                </a:pathLst>
              </a:custGeom>
              <a:solidFill>
                <a:srgbClr val="FF3E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7"/>
              <p:cNvSpPr/>
              <p:nvPr/>
            </p:nvSpPr>
            <p:spPr>
              <a:xfrm>
                <a:off x="5410451" y="4464261"/>
                <a:ext cx="71412" cy="78191"/>
              </a:xfrm>
              <a:custGeom>
                <a:avLst/>
                <a:gdLst/>
                <a:ahLst/>
                <a:cxnLst/>
                <a:rect l="l" t="t" r="r" b="b"/>
                <a:pathLst>
                  <a:path w="653" h="715" extrusionOk="0">
                    <a:moveTo>
                      <a:pt x="336" y="1"/>
                    </a:moveTo>
                    <a:cubicBezTo>
                      <a:pt x="331" y="1"/>
                      <a:pt x="327" y="1"/>
                      <a:pt x="322" y="1"/>
                    </a:cubicBezTo>
                    <a:cubicBezTo>
                      <a:pt x="152" y="1"/>
                      <a:pt x="19" y="162"/>
                      <a:pt x="10" y="376"/>
                    </a:cubicBezTo>
                    <a:cubicBezTo>
                      <a:pt x="1" y="563"/>
                      <a:pt x="135" y="715"/>
                      <a:pt x="322" y="715"/>
                    </a:cubicBezTo>
                    <a:cubicBezTo>
                      <a:pt x="509" y="715"/>
                      <a:pt x="652" y="572"/>
                      <a:pt x="652" y="385"/>
                    </a:cubicBezTo>
                    <a:cubicBezTo>
                      <a:pt x="652" y="167"/>
                      <a:pt x="516" y="1"/>
                      <a:pt x="33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7"/>
              <p:cNvSpPr/>
              <p:nvPr/>
            </p:nvSpPr>
            <p:spPr>
              <a:xfrm>
                <a:off x="8661141" y="419212"/>
                <a:ext cx="68459" cy="68458"/>
              </a:xfrm>
              <a:custGeom>
                <a:avLst/>
                <a:gdLst/>
                <a:ahLst/>
                <a:cxnLst/>
                <a:rect l="l" t="t" r="r" b="b"/>
                <a:pathLst>
                  <a:path w="626" h="626" extrusionOk="0">
                    <a:moveTo>
                      <a:pt x="307" y="0"/>
                    </a:moveTo>
                    <a:cubicBezTo>
                      <a:pt x="144" y="0"/>
                      <a:pt x="10" y="140"/>
                      <a:pt x="10" y="313"/>
                    </a:cubicBezTo>
                    <a:cubicBezTo>
                      <a:pt x="1" y="483"/>
                      <a:pt x="126" y="616"/>
                      <a:pt x="295" y="625"/>
                    </a:cubicBezTo>
                    <a:cubicBezTo>
                      <a:pt x="301" y="626"/>
                      <a:pt x="307" y="626"/>
                      <a:pt x="313" y="626"/>
                    </a:cubicBezTo>
                    <a:cubicBezTo>
                      <a:pt x="482" y="626"/>
                      <a:pt x="608" y="503"/>
                      <a:pt x="616" y="331"/>
                    </a:cubicBezTo>
                    <a:cubicBezTo>
                      <a:pt x="625" y="153"/>
                      <a:pt x="500" y="1"/>
                      <a:pt x="322" y="1"/>
                    </a:cubicBezTo>
                    <a:cubicBezTo>
                      <a:pt x="317" y="1"/>
                      <a:pt x="312" y="0"/>
                      <a:pt x="30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7"/>
              <p:cNvSpPr/>
              <p:nvPr/>
            </p:nvSpPr>
            <p:spPr>
              <a:xfrm>
                <a:off x="8052332" y="4898413"/>
                <a:ext cx="52821" cy="62662"/>
              </a:xfrm>
              <a:custGeom>
                <a:avLst/>
                <a:gdLst/>
                <a:ahLst/>
                <a:cxnLst/>
                <a:rect l="l" t="t" r="r" b="b"/>
                <a:pathLst>
                  <a:path w="483" h="573" extrusionOk="0">
                    <a:moveTo>
                      <a:pt x="242" y="1"/>
                    </a:moveTo>
                    <a:cubicBezTo>
                      <a:pt x="99" y="10"/>
                      <a:pt x="1" y="117"/>
                      <a:pt x="1" y="269"/>
                    </a:cubicBezTo>
                    <a:cubicBezTo>
                      <a:pt x="1" y="447"/>
                      <a:pt x="90" y="572"/>
                      <a:pt x="233" y="572"/>
                    </a:cubicBezTo>
                    <a:cubicBezTo>
                      <a:pt x="238" y="572"/>
                      <a:pt x="243" y="572"/>
                      <a:pt x="248" y="572"/>
                    </a:cubicBezTo>
                    <a:cubicBezTo>
                      <a:pt x="391" y="572"/>
                      <a:pt x="483" y="450"/>
                      <a:pt x="483" y="269"/>
                    </a:cubicBezTo>
                    <a:cubicBezTo>
                      <a:pt x="483" y="117"/>
                      <a:pt x="376" y="1"/>
                      <a:pt x="24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7"/>
              <p:cNvSpPr/>
              <p:nvPr/>
            </p:nvSpPr>
            <p:spPr>
              <a:xfrm>
                <a:off x="5013370" y="4458465"/>
                <a:ext cx="47025" cy="48008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9" extrusionOk="0">
                    <a:moveTo>
                      <a:pt x="206" y="1"/>
                    </a:moveTo>
                    <a:cubicBezTo>
                      <a:pt x="90" y="10"/>
                      <a:pt x="1" y="108"/>
                      <a:pt x="10" y="241"/>
                    </a:cubicBezTo>
                    <a:cubicBezTo>
                      <a:pt x="10" y="360"/>
                      <a:pt x="82" y="438"/>
                      <a:pt x="196" y="438"/>
                    </a:cubicBezTo>
                    <a:cubicBezTo>
                      <a:pt x="203" y="438"/>
                      <a:pt x="209" y="438"/>
                      <a:pt x="215" y="438"/>
                    </a:cubicBezTo>
                    <a:cubicBezTo>
                      <a:pt x="340" y="438"/>
                      <a:pt x="429" y="331"/>
                      <a:pt x="420" y="206"/>
                    </a:cubicBezTo>
                    <a:cubicBezTo>
                      <a:pt x="420" y="90"/>
                      <a:pt x="322" y="1"/>
                      <a:pt x="20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7"/>
              <p:cNvSpPr/>
              <p:nvPr/>
            </p:nvSpPr>
            <p:spPr>
              <a:xfrm>
                <a:off x="7259902" y="1180733"/>
                <a:ext cx="47025" cy="44071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03" extrusionOk="0">
                    <a:moveTo>
                      <a:pt x="215" y="1"/>
                    </a:moveTo>
                    <a:cubicBezTo>
                      <a:pt x="108" y="1"/>
                      <a:pt x="19" y="72"/>
                      <a:pt x="10" y="179"/>
                    </a:cubicBezTo>
                    <a:cubicBezTo>
                      <a:pt x="1" y="304"/>
                      <a:pt x="99" y="402"/>
                      <a:pt x="233" y="402"/>
                    </a:cubicBezTo>
                    <a:cubicBezTo>
                      <a:pt x="349" y="402"/>
                      <a:pt x="429" y="322"/>
                      <a:pt x="429" y="215"/>
                    </a:cubicBezTo>
                    <a:cubicBezTo>
                      <a:pt x="429" y="99"/>
                      <a:pt x="340" y="10"/>
                      <a:pt x="215" y="1"/>
                    </a:cubicBezTo>
                    <a:close/>
                  </a:path>
                </a:pathLst>
              </a:custGeom>
              <a:solidFill>
                <a:srgbClr val="FF3E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7"/>
              <p:cNvSpPr/>
              <p:nvPr/>
            </p:nvSpPr>
            <p:spPr>
              <a:xfrm>
                <a:off x="4845378" y="540000"/>
                <a:ext cx="68459" cy="68458"/>
              </a:xfrm>
              <a:custGeom>
                <a:avLst/>
                <a:gdLst/>
                <a:ahLst/>
                <a:cxnLst/>
                <a:rect l="l" t="t" r="r" b="b"/>
                <a:pathLst>
                  <a:path w="626" h="626" extrusionOk="0">
                    <a:moveTo>
                      <a:pt x="307" y="0"/>
                    </a:moveTo>
                    <a:cubicBezTo>
                      <a:pt x="144" y="0"/>
                      <a:pt x="10" y="140"/>
                      <a:pt x="10" y="313"/>
                    </a:cubicBezTo>
                    <a:cubicBezTo>
                      <a:pt x="1" y="483"/>
                      <a:pt x="126" y="616"/>
                      <a:pt x="295" y="625"/>
                    </a:cubicBezTo>
                    <a:cubicBezTo>
                      <a:pt x="301" y="626"/>
                      <a:pt x="307" y="626"/>
                      <a:pt x="313" y="626"/>
                    </a:cubicBezTo>
                    <a:cubicBezTo>
                      <a:pt x="482" y="626"/>
                      <a:pt x="608" y="503"/>
                      <a:pt x="616" y="331"/>
                    </a:cubicBezTo>
                    <a:cubicBezTo>
                      <a:pt x="625" y="153"/>
                      <a:pt x="500" y="1"/>
                      <a:pt x="322" y="1"/>
                    </a:cubicBezTo>
                    <a:cubicBezTo>
                      <a:pt x="317" y="1"/>
                      <a:pt x="312" y="0"/>
                      <a:pt x="30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7"/>
              <p:cNvSpPr/>
              <p:nvPr/>
            </p:nvSpPr>
            <p:spPr>
              <a:xfrm>
                <a:off x="7901713" y="730227"/>
                <a:ext cx="42104" cy="40134"/>
              </a:xfrm>
              <a:custGeom>
                <a:avLst/>
                <a:gdLst/>
                <a:ahLst/>
                <a:cxnLst/>
                <a:rect l="l" t="t" r="r" b="b"/>
                <a:pathLst>
                  <a:path w="385" h="367" extrusionOk="0">
                    <a:moveTo>
                      <a:pt x="206" y="0"/>
                    </a:moveTo>
                    <a:cubicBezTo>
                      <a:pt x="108" y="0"/>
                      <a:pt x="19" y="81"/>
                      <a:pt x="10" y="179"/>
                    </a:cubicBezTo>
                    <a:cubicBezTo>
                      <a:pt x="1" y="268"/>
                      <a:pt x="72" y="357"/>
                      <a:pt x="179" y="366"/>
                    </a:cubicBezTo>
                    <a:cubicBezTo>
                      <a:pt x="184" y="367"/>
                      <a:pt x="188" y="367"/>
                      <a:pt x="193" y="367"/>
                    </a:cubicBezTo>
                    <a:cubicBezTo>
                      <a:pt x="286" y="367"/>
                      <a:pt x="376" y="281"/>
                      <a:pt x="384" y="179"/>
                    </a:cubicBezTo>
                    <a:cubicBezTo>
                      <a:pt x="384" y="90"/>
                      <a:pt x="295" y="0"/>
                      <a:pt x="20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7"/>
              <p:cNvSpPr/>
              <p:nvPr/>
            </p:nvSpPr>
            <p:spPr>
              <a:xfrm>
                <a:off x="8105138" y="730240"/>
                <a:ext cx="42104" cy="40134"/>
              </a:xfrm>
              <a:custGeom>
                <a:avLst/>
                <a:gdLst/>
                <a:ahLst/>
                <a:cxnLst/>
                <a:rect l="l" t="t" r="r" b="b"/>
                <a:pathLst>
                  <a:path w="385" h="367" extrusionOk="0">
                    <a:moveTo>
                      <a:pt x="206" y="0"/>
                    </a:moveTo>
                    <a:cubicBezTo>
                      <a:pt x="108" y="0"/>
                      <a:pt x="19" y="81"/>
                      <a:pt x="10" y="179"/>
                    </a:cubicBezTo>
                    <a:cubicBezTo>
                      <a:pt x="1" y="268"/>
                      <a:pt x="72" y="357"/>
                      <a:pt x="179" y="366"/>
                    </a:cubicBezTo>
                    <a:cubicBezTo>
                      <a:pt x="184" y="367"/>
                      <a:pt x="188" y="367"/>
                      <a:pt x="193" y="367"/>
                    </a:cubicBezTo>
                    <a:cubicBezTo>
                      <a:pt x="286" y="367"/>
                      <a:pt x="376" y="281"/>
                      <a:pt x="384" y="179"/>
                    </a:cubicBezTo>
                    <a:cubicBezTo>
                      <a:pt x="384" y="90"/>
                      <a:pt x="295" y="0"/>
                      <a:pt x="20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7"/>
              <p:cNvSpPr/>
              <p:nvPr/>
            </p:nvSpPr>
            <p:spPr>
              <a:xfrm>
                <a:off x="7444813" y="4506465"/>
                <a:ext cx="42104" cy="40134"/>
              </a:xfrm>
              <a:custGeom>
                <a:avLst/>
                <a:gdLst/>
                <a:ahLst/>
                <a:cxnLst/>
                <a:rect l="l" t="t" r="r" b="b"/>
                <a:pathLst>
                  <a:path w="385" h="367" extrusionOk="0">
                    <a:moveTo>
                      <a:pt x="206" y="0"/>
                    </a:moveTo>
                    <a:cubicBezTo>
                      <a:pt x="108" y="0"/>
                      <a:pt x="19" y="81"/>
                      <a:pt x="10" y="179"/>
                    </a:cubicBezTo>
                    <a:cubicBezTo>
                      <a:pt x="1" y="268"/>
                      <a:pt x="72" y="357"/>
                      <a:pt x="179" y="366"/>
                    </a:cubicBezTo>
                    <a:cubicBezTo>
                      <a:pt x="184" y="367"/>
                      <a:pt x="188" y="367"/>
                      <a:pt x="193" y="367"/>
                    </a:cubicBezTo>
                    <a:cubicBezTo>
                      <a:pt x="286" y="367"/>
                      <a:pt x="376" y="281"/>
                      <a:pt x="384" y="179"/>
                    </a:cubicBezTo>
                    <a:cubicBezTo>
                      <a:pt x="384" y="90"/>
                      <a:pt x="295" y="0"/>
                      <a:pt x="20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7"/>
              <p:cNvSpPr/>
              <p:nvPr/>
            </p:nvSpPr>
            <p:spPr>
              <a:xfrm>
                <a:off x="7583157" y="4703313"/>
                <a:ext cx="52821" cy="62662"/>
              </a:xfrm>
              <a:custGeom>
                <a:avLst/>
                <a:gdLst/>
                <a:ahLst/>
                <a:cxnLst/>
                <a:rect l="l" t="t" r="r" b="b"/>
                <a:pathLst>
                  <a:path w="483" h="573" extrusionOk="0">
                    <a:moveTo>
                      <a:pt x="242" y="1"/>
                    </a:moveTo>
                    <a:cubicBezTo>
                      <a:pt x="99" y="10"/>
                      <a:pt x="1" y="117"/>
                      <a:pt x="1" y="269"/>
                    </a:cubicBezTo>
                    <a:cubicBezTo>
                      <a:pt x="1" y="447"/>
                      <a:pt x="90" y="572"/>
                      <a:pt x="233" y="572"/>
                    </a:cubicBezTo>
                    <a:cubicBezTo>
                      <a:pt x="238" y="572"/>
                      <a:pt x="243" y="572"/>
                      <a:pt x="248" y="572"/>
                    </a:cubicBezTo>
                    <a:cubicBezTo>
                      <a:pt x="391" y="572"/>
                      <a:pt x="483" y="450"/>
                      <a:pt x="483" y="269"/>
                    </a:cubicBezTo>
                    <a:cubicBezTo>
                      <a:pt x="483" y="117"/>
                      <a:pt x="376" y="1"/>
                      <a:pt x="24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7"/>
              <p:cNvSpPr/>
              <p:nvPr/>
            </p:nvSpPr>
            <p:spPr>
              <a:xfrm>
                <a:off x="7486932" y="4116413"/>
                <a:ext cx="52821" cy="62662"/>
              </a:xfrm>
              <a:custGeom>
                <a:avLst/>
                <a:gdLst/>
                <a:ahLst/>
                <a:cxnLst/>
                <a:rect l="l" t="t" r="r" b="b"/>
                <a:pathLst>
                  <a:path w="483" h="573" extrusionOk="0">
                    <a:moveTo>
                      <a:pt x="242" y="1"/>
                    </a:moveTo>
                    <a:cubicBezTo>
                      <a:pt x="99" y="10"/>
                      <a:pt x="1" y="117"/>
                      <a:pt x="1" y="269"/>
                    </a:cubicBezTo>
                    <a:cubicBezTo>
                      <a:pt x="1" y="447"/>
                      <a:pt x="90" y="572"/>
                      <a:pt x="233" y="572"/>
                    </a:cubicBezTo>
                    <a:cubicBezTo>
                      <a:pt x="238" y="572"/>
                      <a:pt x="243" y="572"/>
                      <a:pt x="248" y="572"/>
                    </a:cubicBezTo>
                    <a:cubicBezTo>
                      <a:pt x="391" y="572"/>
                      <a:pt x="483" y="450"/>
                      <a:pt x="483" y="269"/>
                    </a:cubicBezTo>
                    <a:cubicBezTo>
                      <a:pt x="483" y="117"/>
                      <a:pt x="376" y="1"/>
                      <a:pt x="24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80" name="Google Shape;180;p7"/>
          <p:cNvSpPr txBox="1">
            <a:spLocks noGrp="1"/>
          </p:cNvSpPr>
          <p:nvPr>
            <p:ph type="title"/>
          </p:nvPr>
        </p:nvSpPr>
        <p:spPr>
          <a:xfrm>
            <a:off x="720000" y="1702075"/>
            <a:ext cx="3278700" cy="75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81" name="Google Shape;181;p7"/>
          <p:cNvSpPr txBox="1">
            <a:spLocks noGrp="1"/>
          </p:cNvSpPr>
          <p:nvPr>
            <p:ph type="subTitle" idx="1"/>
          </p:nvPr>
        </p:nvSpPr>
        <p:spPr>
          <a:xfrm>
            <a:off x="720000" y="2457775"/>
            <a:ext cx="3278700" cy="98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/>
          <p:cNvSpPr/>
          <p:nvPr/>
        </p:nvSpPr>
        <p:spPr>
          <a:xfrm>
            <a:off x="0" y="2163400"/>
            <a:ext cx="3876182" cy="2980055"/>
          </a:xfrm>
          <a:custGeom>
            <a:avLst/>
            <a:gdLst/>
            <a:ahLst/>
            <a:cxnLst/>
            <a:rect l="l" t="t" r="r" b="b"/>
            <a:pathLst>
              <a:path w="58978" h="45343" extrusionOk="0">
                <a:moveTo>
                  <a:pt x="8286" y="1"/>
                </a:moveTo>
                <a:cubicBezTo>
                  <a:pt x="7646" y="1"/>
                  <a:pt x="7001" y="95"/>
                  <a:pt x="6352" y="273"/>
                </a:cubicBezTo>
                <a:cubicBezTo>
                  <a:pt x="5085" y="621"/>
                  <a:pt x="3961" y="1264"/>
                  <a:pt x="2909" y="2031"/>
                </a:cubicBezTo>
                <a:cubicBezTo>
                  <a:pt x="1963" y="2709"/>
                  <a:pt x="1089" y="3485"/>
                  <a:pt x="223" y="4252"/>
                </a:cubicBezTo>
                <a:cubicBezTo>
                  <a:pt x="72" y="4386"/>
                  <a:pt x="18" y="4520"/>
                  <a:pt x="18" y="4707"/>
                </a:cubicBezTo>
                <a:cubicBezTo>
                  <a:pt x="27" y="7981"/>
                  <a:pt x="27" y="11255"/>
                  <a:pt x="18" y="14529"/>
                </a:cubicBezTo>
                <a:cubicBezTo>
                  <a:pt x="18" y="17589"/>
                  <a:pt x="9" y="20658"/>
                  <a:pt x="9" y="23718"/>
                </a:cubicBezTo>
                <a:cubicBezTo>
                  <a:pt x="9" y="30828"/>
                  <a:pt x="0" y="37929"/>
                  <a:pt x="0" y="45039"/>
                </a:cubicBezTo>
                <a:lnTo>
                  <a:pt x="0" y="45342"/>
                </a:lnTo>
                <a:lnTo>
                  <a:pt x="58968" y="45342"/>
                </a:lnTo>
                <a:cubicBezTo>
                  <a:pt x="58968" y="45262"/>
                  <a:pt x="58968" y="45191"/>
                  <a:pt x="58968" y="45128"/>
                </a:cubicBezTo>
                <a:cubicBezTo>
                  <a:pt x="58977" y="44147"/>
                  <a:pt x="58879" y="43174"/>
                  <a:pt x="58692" y="42211"/>
                </a:cubicBezTo>
                <a:cubicBezTo>
                  <a:pt x="58050" y="38830"/>
                  <a:pt x="56497" y="35913"/>
                  <a:pt x="54080" y="33468"/>
                </a:cubicBezTo>
                <a:cubicBezTo>
                  <a:pt x="53063" y="32443"/>
                  <a:pt x="51912" y="31577"/>
                  <a:pt x="50681" y="30819"/>
                </a:cubicBezTo>
                <a:cubicBezTo>
                  <a:pt x="48656" y="29588"/>
                  <a:pt x="47219" y="27866"/>
                  <a:pt x="46497" y="25582"/>
                </a:cubicBezTo>
                <a:cubicBezTo>
                  <a:pt x="46247" y="24770"/>
                  <a:pt x="46006" y="23959"/>
                  <a:pt x="45747" y="23138"/>
                </a:cubicBezTo>
                <a:cubicBezTo>
                  <a:pt x="45516" y="22397"/>
                  <a:pt x="45239" y="21675"/>
                  <a:pt x="44820" y="21006"/>
                </a:cubicBezTo>
                <a:cubicBezTo>
                  <a:pt x="43946" y="19625"/>
                  <a:pt x="42700" y="18989"/>
                  <a:pt x="41140" y="18989"/>
                </a:cubicBezTo>
                <a:cubicBezTo>
                  <a:pt x="41027" y="18989"/>
                  <a:pt x="40912" y="18992"/>
                  <a:pt x="40796" y="18999"/>
                </a:cubicBezTo>
                <a:cubicBezTo>
                  <a:pt x="40163" y="19034"/>
                  <a:pt x="39538" y="19141"/>
                  <a:pt x="38923" y="19311"/>
                </a:cubicBezTo>
                <a:cubicBezTo>
                  <a:pt x="37977" y="19570"/>
                  <a:pt x="37041" y="19855"/>
                  <a:pt x="36104" y="20114"/>
                </a:cubicBezTo>
                <a:cubicBezTo>
                  <a:pt x="35265" y="20346"/>
                  <a:pt x="34418" y="20542"/>
                  <a:pt x="33535" y="20560"/>
                </a:cubicBezTo>
                <a:cubicBezTo>
                  <a:pt x="33490" y="20561"/>
                  <a:pt x="33445" y="20561"/>
                  <a:pt x="33400" y="20561"/>
                </a:cubicBezTo>
                <a:cubicBezTo>
                  <a:pt x="32365" y="20561"/>
                  <a:pt x="31422" y="20261"/>
                  <a:pt x="30635" y="19543"/>
                </a:cubicBezTo>
                <a:cubicBezTo>
                  <a:pt x="30100" y="19052"/>
                  <a:pt x="29743" y="18454"/>
                  <a:pt x="29475" y="17794"/>
                </a:cubicBezTo>
                <a:cubicBezTo>
                  <a:pt x="29199" y="17134"/>
                  <a:pt x="29029" y="16438"/>
                  <a:pt x="28878" y="15733"/>
                </a:cubicBezTo>
                <a:cubicBezTo>
                  <a:pt x="28690" y="14868"/>
                  <a:pt x="28530" y="14012"/>
                  <a:pt x="28316" y="13155"/>
                </a:cubicBezTo>
                <a:cubicBezTo>
                  <a:pt x="27977" y="11835"/>
                  <a:pt x="27459" y="10586"/>
                  <a:pt x="26683" y="9462"/>
                </a:cubicBezTo>
                <a:cubicBezTo>
                  <a:pt x="25818" y="8222"/>
                  <a:pt x="24729" y="7267"/>
                  <a:pt x="23284" y="6750"/>
                </a:cubicBezTo>
                <a:cubicBezTo>
                  <a:pt x="22611" y="6503"/>
                  <a:pt x="21928" y="6367"/>
                  <a:pt x="21237" y="6367"/>
                </a:cubicBezTo>
                <a:cubicBezTo>
                  <a:pt x="20757" y="6367"/>
                  <a:pt x="20274" y="6433"/>
                  <a:pt x="19787" y="6572"/>
                </a:cubicBezTo>
                <a:cubicBezTo>
                  <a:pt x="19279" y="6723"/>
                  <a:pt x="18824" y="6982"/>
                  <a:pt x="18378" y="7259"/>
                </a:cubicBezTo>
                <a:cubicBezTo>
                  <a:pt x="18048" y="7464"/>
                  <a:pt x="17718" y="7669"/>
                  <a:pt x="17370" y="7821"/>
                </a:cubicBezTo>
                <a:cubicBezTo>
                  <a:pt x="17097" y="7944"/>
                  <a:pt x="16828" y="8004"/>
                  <a:pt x="16564" y="8004"/>
                </a:cubicBezTo>
                <a:cubicBezTo>
                  <a:pt x="16178" y="8004"/>
                  <a:pt x="15802" y="7877"/>
                  <a:pt x="15443" y="7633"/>
                </a:cubicBezTo>
                <a:cubicBezTo>
                  <a:pt x="15059" y="7375"/>
                  <a:pt x="14765" y="7036"/>
                  <a:pt x="14515" y="6652"/>
                </a:cubicBezTo>
                <a:cubicBezTo>
                  <a:pt x="14229" y="6206"/>
                  <a:pt x="14051" y="5706"/>
                  <a:pt x="13908" y="5198"/>
                </a:cubicBezTo>
                <a:cubicBezTo>
                  <a:pt x="13739" y="4591"/>
                  <a:pt x="13587" y="3967"/>
                  <a:pt x="13400" y="3360"/>
                </a:cubicBezTo>
                <a:cubicBezTo>
                  <a:pt x="12972" y="1986"/>
                  <a:pt x="12071" y="1041"/>
                  <a:pt x="10750" y="496"/>
                </a:cubicBezTo>
                <a:cubicBezTo>
                  <a:pt x="9939" y="159"/>
                  <a:pt x="9117" y="1"/>
                  <a:pt x="828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4483175" y="0"/>
            <a:ext cx="4660768" cy="1693038"/>
          </a:xfrm>
          <a:custGeom>
            <a:avLst/>
            <a:gdLst/>
            <a:ahLst/>
            <a:cxnLst/>
            <a:rect l="l" t="t" r="r" b="b"/>
            <a:pathLst>
              <a:path w="60941" h="22137" extrusionOk="0">
                <a:moveTo>
                  <a:pt x="197" y="0"/>
                </a:moveTo>
                <a:cubicBezTo>
                  <a:pt x="45" y="420"/>
                  <a:pt x="1" y="812"/>
                  <a:pt x="36" y="1231"/>
                </a:cubicBezTo>
                <a:cubicBezTo>
                  <a:pt x="126" y="2106"/>
                  <a:pt x="483" y="2873"/>
                  <a:pt x="1000" y="3560"/>
                </a:cubicBezTo>
                <a:cubicBezTo>
                  <a:pt x="2053" y="4951"/>
                  <a:pt x="3444" y="5852"/>
                  <a:pt x="5086" y="6388"/>
                </a:cubicBezTo>
                <a:cubicBezTo>
                  <a:pt x="6587" y="6882"/>
                  <a:pt x="8139" y="7039"/>
                  <a:pt x="9708" y="7039"/>
                </a:cubicBezTo>
                <a:cubicBezTo>
                  <a:pt x="9752" y="7039"/>
                  <a:pt x="9797" y="7039"/>
                  <a:pt x="9841" y="7039"/>
                </a:cubicBezTo>
                <a:cubicBezTo>
                  <a:pt x="11232" y="7039"/>
                  <a:pt x="12633" y="6968"/>
                  <a:pt x="14025" y="6887"/>
                </a:cubicBezTo>
                <a:cubicBezTo>
                  <a:pt x="15346" y="6814"/>
                  <a:pt x="16668" y="6730"/>
                  <a:pt x="17989" y="6730"/>
                </a:cubicBezTo>
                <a:cubicBezTo>
                  <a:pt x="18434" y="6730"/>
                  <a:pt x="18879" y="6740"/>
                  <a:pt x="19324" y="6762"/>
                </a:cubicBezTo>
                <a:cubicBezTo>
                  <a:pt x="20591" y="6825"/>
                  <a:pt x="21839" y="6968"/>
                  <a:pt x="23062" y="7289"/>
                </a:cubicBezTo>
                <a:cubicBezTo>
                  <a:pt x="26068" y="8101"/>
                  <a:pt x="28459" y="9804"/>
                  <a:pt x="30261" y="12329"/>
                </a:cubicBezTo>
                <a:cubicBezTo>
                  <a:pt x="31207" y="13649"/>
                  <a:pt x="31697" y="15166"/>
                  <a:pt x="31992" y="16745"/>
                </a:cubicBezTo>
                <a:cubicBezTo>
                  <a:pt x="32179" y="17771"/>
                  <a:pt x="32589" y="18681"/>
                  <a:pt x="33267" y="19466"/>
                </a:cubicBezTo>
                <a:cubicBezTo>
                  <a:pt x="33847" y="20126"/>
                  <a:pt x="34543" y="20626"/>
                  <a:pt x="35319" y="21027"/>
                </a:cubicBezTo>
                <a:cubicBezTo>
                  <a:pt x="36773" y="21759"/>
                  <a:pt x="38326" y="22062"/>
                  <a:pt x="39940" y="22124"/>
                </a:cubicBezTo>
                <a:cubicBezTo>
                  <a:pt x="40148" y="22132"/>
                  <a:pt x="40356" y="22137"/>
                  <a:pt x="40563" y="22137"/>
                </a:cubicBezTo>
                <a:cubicBezTo>
                  <a:pt x="42399" y="22137"/>
                  <a:pt x="44198" y="21821"/>
                  <a:pt x="45962" y="21268"/>
                </a:cubicBezTo>
                <a:cubicBezTo>
                  <a:pt x="46881" y="20982"/>
                  <a:pt x="47782" y="20626"/>
                  <a:pt x="48692" y="20322"/>
                </a:cubicBezTo>
                <a:cubicBezTo>
                  <a:pt x="49378" y="20088"/>
                  <a:pt x="50061" y="19970"/>
                  <a:pt x="50744" y="19970"/>
                </a:cubicBezTo>
                <a:cubicBezTo>
                  <a:pt x="51464" y="19970"/>
                  <a:pt x="52184" y="20101"/>
                  <a:pt x="52903" y="20367"/>
                </a:cubicBezTo>
                <a:cubicBezTo>
                  <a:pt x="53456" y="20572"/>
                  <a:pt x="54009" y="20786"/>
                  <a:pt x="54571" y="20991"/>
                </a:cubicBezTo>
                <a:cubicBezTo>
                  <a:pt x="55350" y="21269"/>
                  <a:pt x="56155" y="21396"/>
                  <a:pt x="56971" y="21396"/>
                </a:cubicBezTo>
                <a:cubicBezTo>
                  <a:pt x="57202" y="21396"/>
                  <a:pt x="57434" y="21386"/>
                  <a:pt x="57666" y="21366"/>
                </a:cubicBezTo>
                <a:cubicBezTo>
                  <a:pt x="58782" y="21268"/>
                  <a:pt x="59861" y="21000"/>
                  <a:pt x="60940" y="20724"/>
                </a:cubicBezTo>
                <a:lnTo>
                  <a:pt x="60940" y="18"/>
                </a:lnTo>
                <a:cubicBezTo>
                  <a:pt x="60780" y="9"/>
                  <a:pt x="60619" y="0"/>
                  <a:pt x="6045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5" name="Google Shape;185;p8"/>
          <p:cNvGrpSpPr/>
          <p:nvPr/>
        </p:nvGrpSpPr>
        <p:grpSpPr>
          <a:xfrm>
            <a:off x="286725" y="580891"/>
            <a:ext cx="8394558" cy="4319462"/>
            <a:chOff x="286725" y="580891"/>
            <a:chExt cx="8394558" cy="4319462"/>
          </a:xfrm>
        </p:grpSpPr>
        <p:sp>
          <p:nvSpPr>
            <p:cNvPr id="186" name="Google Shape;186;p8"/>
            <p:cNvSpPr/>
            <p:nvPr/>
          </p:nvSpPr>
          <p:spPr>
            <a:xfrm>
              <a:off x="1010764" y="3028885"/>
              <a:ext cx="100644" cy="106096"/>
            </a:xfrm>
            <a:custGeom>
              <a:avLst/>
              <a:gdLst/>
              <a:ahLst/>
              <a:cxnLst/>
              <a:rect l="l" t="t" r="r" b="b"/>
              <a:pathLst>
                <a:path w="1330" h="1402" extrusionOk="0">
                  <a:moveTo>
                    <a:pt x="393" y="0"/>
                  </a:moveTo>
                  <a:cubicBezTo>
                    <a:pt x="170" y="0"/>
                    <a:pt x="54" y="116"/>
                    <a:pt x="27" y="331"/>
                  </a:cubicBezTo>
                  <a:cubicBezTo>
                    <a:pt x="9" y="455"/>
                    <a:pt x="9" y="580"/>
                    <a:pt x="1" y="732"/>
                  </a:cubicBezTo>
                  <a:cubicBezTo>
                    <a:pt x="1" y="821"/>
                    <a:pt x="1" y="937"/>
                    <a:pt x="9" y="1062"/>
                  </a:cubicBezTo>
                  <a:cubicBezTo>
                    <a:pt x="18" y="1214"/>
                    <a:pt x="99" y="1321"/>
                    <a:pt x="241" y="1383"/>
                  </a:cubicBezTo>
                  <a:cubicBezTo>
                    <a:pt x="278" y="1396"/>
                    <a:pt x="313" y="1402"/>
                    <a:pt x="343" y="1402"/>
                  </a:cubicBezTo>
                  <a:cubicBezTo>
                    <a:pt x="446" y="1402"/>
                    <a:pt x="511" y="1333"/>
                    <a:pt x="518" y="1196"/>
                  </a:cubicBezTo>
                  <a:cubicBezTo>
                    <a:pt x="527" y="1107"/>
                    <a:pt x="518" y="1009"/>
                    <a:pt x="527" y="910"/>
                  </a:cubicBezTo>
                  <a:cubicBezTo>
                    <a:pt x="545" y="687"/>
                    <a:pt x="670" y="563"/>
                    <a:pt x="902" y="545"/>
                  </a:cubicBezTo>
                  <a:cubicBezTo>
                    <a:pt x="961" y="545"/>
                    <a:pt x="1020" y="549"/>
                    <a:pt x="1077" y="549"/>
                  </a:cubicBezTo>
                  <a:cubicBezTo>
                    <a:pt x="1106" y="549"/>
                    <a:pt x="1133" y="548"/>
                    <a:pt x="1160" y="545"/>
                  </a:cubicBezTo>
                  <a:cubicBezTo>
                    <a:pt x="1285" y="536"/>
                    <a:pt x="1330" y="482"/>
                    <a:pt x="1330" y="357"/>
                  </a:cubicBezTo>
                  <a:cubicBezTo>
                    <a:pt x="1321" y="179"/>
                    <a:pt x="1178" y="27"/>
                    <a:pt x="982" y="9"/>
                  </a:cubicBezTo>
                  <a:cubicBezTo>
                    <a:pt x="786" y="0"/>
                    <a:pt x="589" y="0"/>
                    <a:pt x="393" y="0"/>
                  </a:cubicBezTo>
                  <a:close/>
                </a:path>
              </a:pathLst>
            </a:custGeom>
            <a:solidFill>
              <a:srgbClr val="FF47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8"/>
            <p:cNvSpPr/>
            <p:nvPr/>
          </p:nvSpPr>
          <p:spPr>
            <a:xfrm>
              <a:off x="7905181" y="4175496"/>
              <a:ext cx="200106" cy="209236"/>
            </a:xfrm>
            <a:custGeom>
              <a:avLst/>
              <a:gdLst/>
              <a:ahLst/>
              <a:cxnLst/>
              <a:rect l="l" t="t" r="r" b="b"/>
              <a:pathLst>
                <a:path w="1340" h="1401" extrusionOk="0">
                  <a:moveTo>
                    <a:pt x="623" y="1"/>
                  </a:moveTo>
                  <a:cubicBezTo>
                    <a:pt x="540" y="1"/>
                    <a:pt x="457" y="3"/>
                    <a:pt x="376" y="7"/>
                  </a:cubicBezTo>
                  <a:cubicBezTo>
                    <a:pt x="161" y="7"/>
                    <a:pt x="28" y="140"/>
                    <a:pt x="10" y="355"/>
                  </a:cubicBezTo>
                  <a:cubicBezTo>
                    <a:pt x="1" y="471"/>
                    <a:pt x="10" y="595"/>
                    <a:pt x="10" y="711"/>
                  </a:cubicBezTo>
                  <a:lnTo>
                    <a:pt x="1" y="711"/>
                  </a:lnTo>
                  <a:cubicBezTo>
                    <a:pt x="1" y="810"/>
                    <a:pt x="1" y="917"/>
                    <a:pt x="1" y="1015"/>
                  </a:cubicBezTo>
                  <a:cubicBezTo>
                    <a:pt x="1" y="1033"/>
                    <a:pt x="1" y="1050"/>
                    <a:pt x="1" y="1059"/>
                  </a:cubicBezTo>
                  <a:cubicBezTo>
                    <a:pt x="10" y="1229"/>
                    <a:pt x="108" y="1354"/>
                    <a:pt x="260" y="1389"/>
                  </a:cubicBezTo>
                  <a:cubicBezTo>
                    <a:pt x="290" y="1397"/>
                    <a:pt x="318" y="1401"/>
                    <a:pt x="344" y="1401"/>
                  </a:cubicBezTo>
                  <a:cubicBezTo>
                    <a:pt x="437" y="1401"/>
                    <a:pt x="495" y="1348"/>
                    <a:pt x="509" y="1229"/>
                  </a:cubicBezTo>
                  <a:cubicBezTo>
                    <a:pt x="518" y="1122"/>
                    <a:pt x="509" y="1006"/>
                    <a:pt x="518" y="899"/>
                  </a:cubicBezTo>
                  <a:cubicBezTo>
                    <a:pt x="545" y="685"/>
                    <a:pt x="661" y="569"/>
                    <a:pt x="875" y="560"/>
                  </a:cubicBezTo>
                  <a:cubicBezTo>
                    <a:pt x="929" y="560"/>
                    <a:pt x="986" y="564"/>
                    <a:pt x="1045" y="564"/>
                  </a:cubicBezTo>
                  <a:cubicBezTo>
                    <a:pt x="1074" y="564"/>
                    <a:pt x="1104" y="563"/>
                    <a:pt x="1134" y="560"/>
                  </a:cubicBezTo>
                  <a:cubicBezTo>
                    <a:pt x="1277" y="551"/>
                    <a:pt x="1339" y="471"/>
                    <a:pt x="1312" y="319"/>
                  </a:cubicBezTo>
                  <a:cubicBezTo>
                    <a:pt x="1286" y="149"/>
                    <a:pt x="1161" y="33"/>
                    <a:pt x="973" y="16"/>
                  </a:cubicBezTo>
                  <a:cubicBezTo>
                    <a:pt x="858" y="5"/>
                    <a:pt x="740" y="1"/>
                    <a:pt x="6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8"/>
            <p:cNvSpPr/>
            <p:nvPr/>
          </p:nvSpPr>
          <p:spPr>
            <a:xfrm>
              <a:off x="8013150" y="4291837"/>
              <a:ext cx="205332" cy="209983"/>
            </a:xfrm>
            <a:custGeom>
              <a:avLst/>
              <a:gdLst/>
              <a:ahLst/>
              <a:cxnLst/>
              <a:rect l="l" t="t" r="r" b="b"/>
              <a:pathLst>
                <a:path w="1375" h="1406" extrusionOk="0">
                  <a:moveTo>
                    <a:pt x="539" y="0"/>
                  </a:moveTo>
                  <a:cubicBezTo>
                    <a:pt x="482" y="0"/>
                    <a:pt x="424" y="2"/>
                    <a:pt x="366" y="4"/>
                  </a:cubicBezTo>
                  <a:cubicBezTo>
                    <a:pt x="161" y="13"/>
                    <a:pt x="45" y="146"/>
                    <a:pt x="36" y="361"/>
                  </a:cubicBezTo>
                  <a:cubicBezTo>
                    <a:pt x="27" y="477"/>
                    <a:pt x="27" y="593"/>
                    <a:pt x="27" y="709"/>
                  </a:cubicBezTo>
                  <a:lnTo>
                    <a:pt x="9" y="709"/>
                  </a:lnTo>
                  <a:cubicBezTo>
                    <a:pt x="9" y="824"/>
                    <a:pt x="0" y="932"/>
                    <a:pt x="9" y="1039"/>
                  </a:cubicBezTo>
                  <a:cubicBezTo>
                    <a:pt x="27" y="1217"/>
                    <a:pt x="125" y="1351"/>
                    <a:pt x="277" y="1395"/>
                  </a:cubicBezTo>
                  <a:cubicBezTo>
                    <a:pt x="303" y="1402"/>
                    <a:pt x="328" y="1405"/>
                    <a:pt x="350" y="1405"/>
                  </a:cubicBezTo>
                  <a:cubicBezTo>
                    <a:pt x="450" y="1405"/>
                    <a:pt x="511" y="1341"/>
                    <a:pt x="518" y="1217"/>
                  </a:cubicBezTo>
                  <a:cubicBezTo>
                    <a:pt x="527" y="1119"/>
                    <a:pt x="518" y="1012"/>
                    <a:pt x="536" y="914"/>
                  </a:cubicBezTo>
                  <a:cubicBezTo>
                    <a:pt x="554" y="682"/>
                    <a:pt x="678" y="566"/>
                    <a:pt x="919" y="557"/>
                  </a:cubicBezTo>
                  <a:lnTo>
                    <a:pt x="1107" y="557"/>
                  </a:lnTo>
                  <a:cubicBezTo>
                    <a:pt x="1303" y="548"/>
                    <a:pt x="1374" y="459"/>
                    <a:pt x="1321" y="271"/>
                  </a:cubicBezTo>
                  <a:cubicBezTo>
                    <a:pt x="1276" y="138"/>
                    <a:pt x="1187" y="39"/>
                    <a:pt x="1053" y="31"/>
                  </a:cubicBezTo>
                  <a:cubicBezTo>
                    <a:pt x="879" y="10"/>
                    <a:pt x="710" y="0"/>
                    <a:pt x="5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8"/>
            <p:cNvSpPr/>
            <p:nvPr/>
          </p:nvSpPr>
          <p:spPr>
            <a:xfrm>
              <a:off x="286725" y="2824124"/>
              <a:ext cx="41369" cy="49080"/>
            </a:xfrm>
            <a:custGeom>
              <a:avLst/>
              <a:gdLst/>
              <a:ahLst/>
              <a:cxnLst/>
              <a:rect l="l" t="t" r="r" b="b"/>
              <a:pathLst>
                <a:path w="483" h="573" extrusionOk="0">
                  <a:moveTo>
                    <a:pt x="242" y="1"/>
                  </a:moveTo>
                  <a:cubicBezTo>
                    <a:pt x="99" y="10"/>
                    <a:pt x="1" y="117"/>
                    <a:pt x="1" y="269"/>
                  </a:cubicBezTo>
                  <a:cubicBezTo>
                    <a:pt x="1" y="447"/>
                    <a:pt x="90" y="572"/>
                    <a:pt x="233" y="572"/>
                  </a:cubicBezTo>
                  <a:cubicBezTo>
                    <a:pt x="238" y="572"/>
                    <a:pt x="243" y="572"/>
                    <a:pt x="248" y="572"/>
                  </a:cubicBezTo>
                  <a:cubicBezTo>
                    <a:pt x="391" y="572"/>
                    <a:pt x="483" y="450"/>
                    <a:pt x="483" y="269"/>
                  </a:cubicBezTo>
                  <a:cubicBezTo>
                    <a:pt x="483" y="117"/>
                    <a:pt x="376" y="1"/>
                    <a:pt x="242" y="1"/>
                  </a:cubicBezTo>
                  <a:close/>
                </a:path>
              </a:pathLst>
            </a:custGeom>
            <a:solidFill>
              <a:srgbClr val="FF47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0" name="Google Shape;190;p8"/>
            <p:cNvGrpSpPr/>
            <p:nvPr/>
          </p:nvGrpSpPr>
          <p:grpSpPr>
            <a:xfrm rot="5400000">
              <a:off x="719992" y="539989"/>
              <a:ext cx="471148" cy="552952"/>
              <a:chOff x="3846691" y="5052932"/>
              <a:chExt cx="207061" cy="243013"/>
            </a:xfrm>
          </p:grpSpPr>
          <p:sp>
            <p:nvSpPr>
              <p:cNvPr id="191" name="Google Shape;191;p8"/>
              <p:cNvSpPr/>
              <p:nvPr/>
            </p:nvSpPr>
            <p:spPr>
              <a:xfrm>
                <a:off x="3889394" y="5124569"/>
                <a:ext cx="121024" cy="99872"/>
              </a:xfrm>
              <a:custGeom>
                <a:avLst/>
                <a:gdLst/>
                <a:ahLst/>
                <a:cxnLst/>
                <a:rect l="l" t="t" r="r" b="b"/>
                <a:pathLst>
                  <a:path w="3639" h="3003" extrusionOk="0">
                    <a:moveTo>
                      <a:pt x="2342" y="1"/>
                    </a:moveTo>
                    <a:cubicBezTo>
                      <a:pt x="2321" y="1"/>
                      <a:pt x="2296" y="3"/>
                      <a:pt x="2274" y="12"/>
                    </a:cubicBezTo>
                    <a:cubicBezTo>
                      <a:pt x="1703" y="146"/>
                      <a:pt x="1132" y="280"/>
                      <a:pt x="561" y="440"/>
                    </a:cubicBezTo>
                    <a:cubicBezTo>
                      <a:pt x="231" y="529"/>
                      <a:pt x="26" y="851"/>
                      <a:pt x="8" y="1190"/>
                    </a:cubicBezTo>
                    <a:cubicBezTo>
                      <a:pt x="0" y="1505"/>
                      <a:pt x="145" y="1681"/>
                      <a:pt x="409" y="1681"/>
                    </a:cubicBezTo>
                    <a:cubicBezTo>
                      <a:pt x="458" y="1681"/>
                      <a:pt x="512" y="1675"/>
                      <a:pt x="570" y="1662"/>
                    </a:cubicBezTo>
                    <a:cubicBezTo>
                      <a:pt x="802" y="1609"/>
                      <a:pt x="1034" y="1546"/>
                      <a:pt x="1266" y="1493"/>
                    </a:cubicBezTo>
                    <a:cubicBezTo>
                      <a:pt x="1340" y="1478"/>
                      <a:pt x="1412" y="1471"/>
                      <a:pt x="1482" y="1471"/>
                    </a:cubicBezTo>
                    <a:cubicBezTo>
                      <a:pt x="1870" y="1471"/>
                      <a:pt x="2169" y="1698"/>
                      <a:pt x="2283" y="2100"/>
                    </a:cubicBezTo>
                    <a:cubicBezTo>
                      <a:pt x="2345" y="2296"/>
                      <a:pt x="2381" y="2501"/>
                      <a:pt x="2434" y="2688"/>
                    </a:cubicBezTo>
                    <a:cubicBezTo>
                      <a:pt x="2496" y="2900"/>
                      <a:pt x="2620" y="3002"/>
                      <a:pt x="2795" y="3002"/>
                    </a:cubicBezTo>
                    <a:cubicBezTo>
                      <a:pt x="2849" y="3002"/>
                      <a:pt x="2907" y="2993"/>
                      <a:pt x="2970" y="2974"/>
                    </a:cubicBezTo>
                    <a:cubicBezTo>
                      <a:pt x="3380" y="2858"/>
                      <a:pt x="3639" y="2474"/>
                      <a:pt x="3550" y="2037"/>
                    </a:cubicBezTo>
                    <a:cubicBezTo>
                      <a:pt x="3460" y="1538"/>
                      <a:pt x="3335" y="1047"/>
                      <a:pt x="3193" y="556"/>
                    </a:cubicBezTo>
                    <a:cubicBezTo>
                      <a:pt x="3095" y="217"/>
                      <a:pt x="2764" y="3"/>
                      <a:pt x="2390" y="3"/>
                    </a:cubicBezTo>
                    <a:cubicBezTo>
                      <a:pt x="2381" y="3"/>
                      <a:pt x="2363" y="1"/>
                      <a:pt x="2342" y="1"/>
                    </a:cubicBezTo>
                    <a:close/>
                  </a:path>
                </a:pathLst>
              </a:custGeom>
              <a:solidFill>
                <a:srgbClr val="3804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8"/>
              <p:cNvSpPr/>
              <p:nvPr/>
            </p:nvSpPr>
            <p:spPr>
              <a:xfrm>
                <a:off x="3846691" y="5196073"/>
                <a:ext cx="121024" cy="99872"/>
              </a:xfrm>
              <a:custGeom>
                <a:avLst/>
                <a:gdLst/>
                <a:ahLst/>
                <a:cxnLst/>
                <a:rect l="l" t="t" r="r" b="b"/>
                <a:pathLst>
                  <a:path w="3639" h="3003" extrusionOk="0">
                    <a:moveTo>
                      <a:pt x="2409" y="0"/>
                    </a:moveTo>
                    <a:cubicBezTo>
                      <a:pt x="2345" y="0"/>
                      <a:pt x="2279" y="7"/>
                      <a:pt x="2211" y="21"/>
                    </a:cubicBezTo>
                    <a:cubicBezTo>
                      <a:pt x="1667" y="137"/>
                      <a:pt x="1131" y="271"/>
                      <a:pt x="596" y="413"/>
                    </a:cubicBezTo>
                    <a:cubicBezTo>
                      <a:pt x="239" y="512"/>
                      <a:pt x="7" y="833"/>
                      <a:pt x="7" y="1198"/>
                    </a:cubicBezTo>
                    <a:cubicBezTo>
                      <a:pt x="0" y="1516"/>
                      <a:pt x="127" y="1682"/>
                      <a:pt x="383" y="1682"/>
                    </a:cubicBezTo>
                    <a:cubicBezTo>
                      <a:pt x="444" y="1682"/>
                      <a:pt x="512" y="1672"/>
                      <a:pt x="587" y="1653"/>
                    </a:cubicBezTo>
                    <a:cubicBezTo>
                      <a:pt x="801" y="1600"/>
                      <a:pt x="1015" y="1546"/>
                      <a:pt x="1229" y="1502"/>
                    </a:cubicBezTo>
                    <a:cubicBezTo>
                      <a:pt x="1314" y="1482"/>
                      <a:pt x="1396" y="1473"/>
                      <a:pt x="1474" y="1473"/>
                    </a:cubicBezTo>
                    <a:cubicBezTo>
                      <a:pt x="1867" y="1473"/>
                      <a:pt x="2171" y="1710"/>
                      <a:pt x="2282" y="2126"/>
                    </a:cubicBezTo>
                    <a:cubicBezTo>
                      <a:pt x="2336" y="2314"/>
                      <a:pt x="2371" y="2510"/>
                      <a:pt x="2425" y="2697"/>
                    </a:cubicBezTo>
                    <a:cubicBezTo>
                      <a:pt x="2486" y="2902"/>
                      <a:pt x="2600" y="3002"/>
                      <a:pt x="2773" y="3002"/>
                    </a:cubicBezTo>
                    <a:cubicBezTo>
                      <a:pt x="2827" y="3002"/>
                      <a:pt x="2886" y="2993"/>
                      <a:pt x="2951" y="2974"/>
                    </a:cubicBezTo>
                    <a:cubicBezTo>
                      <a:pt x="3388" y="2840"/>
                      <a:pt x="3638" y="2430"/>
                      <a:pt x="3531" y="1975"/>
                    </a:cubicBezTo>
                    <a:cubicBezTo>
                      <a:pt x="3433" y="1537"/>
                      <a:pt x="3326" y="1100"/>
                      <a:pt x="3219" y="663"/>
                    </a:cubicBezTo>
                    <a:cubicBezTo>
                      <a:pt x="3104" y="250"/>
                      <a:pt x="2798" y="0"/>
                      <a:pt x="2409" y="0"/>
                    </a:cubicBezTo>
                    <a:close/>
                  </a:path>
                </a:pathLst>
              </a:custGeom>
              <a:solidFill>
                <a:srgbClr val="3804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8"/>
              <p:cNvSpPr/>
              <p:nvPr/>
            </p:nvSpPr>
            <p:spPr>
              <a:xfrm>
                <a:off x="3933261" y="5052932"/>
                <a:ext cx="120492" cy="100105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3010" extrusionOk="0">
                    <a:moveTo>
                      <a:pt x="2424" y="1"/>
                    </a:moveTo>
                    <a:cubicBezTo>
                      <a:pt x="2375" y="1"/>
                      <a:pt x="2325" y="6"/>
                      <a:pt x="2275" y="16"/>
                    </a:cubicBezTo>
                    <a:cubicBezTo>
                      <a:pt x="1695" y="132"/>
                      <a:pt x="1124" y="275"/>
                      <a:pt x="562" y="435"/>
                    </a:cubicBezTo>
                    <a:cubicBezTo>
                      <a:pt x="205" y="533"/>
                      <a:pt x="0" y="855"/>
                      <a:pt x="0" y="1211"/>
                    </a:cubicBezTo>
                    <a:cubicBezTo>
                      <a:pt x="0" y="1529"/>
                      <a:pt x="122" y="1687"/>
                      <a:pt x="381" y="1687"/>
                    </a:cubicBezTo>
                    <a:cubicBezTo>
                      <a:pt x="436" y="1687"/>
                      <a:pt x="496" y="1680"/>
                      <a:pt x="562" y="1666"/>
                    </a:cubicBezTo>
                    <a:cubicBezTo>
                      <a:pt x="794" y="1613"/>
                      <a:pt x="1026" y="1542"/>
                      <a:pt x="1258" y="1497"/>
                    </a:cubicBezTo>
                    <a:cubicBezTo>
                      <a:pt x="1331" y="1483"/>
                      <a:pt x="1402" y="1476"/>
                      <a:pt x="1470" y="1476"/>
                    </a:cubicBezTo>
                    <a:cubicBezTo>
                      <a:pt x="1872" y="1476"/>
                      <a:pt x="2170" y="1721"/>
                      <a:pt x="2284" y="2148"/>
                    </a:cubicBezTo>
                    <a:cubicBezTo>
                      <a:pt x="2329" y="2327"/>
                      <a:pt x="2364" y="2505"/>
                      <a:pt x="2409" y="2683"/>
                    </a:cubicBezTo>
                    <a:cubicBezTo>
                      <a:pt x="2472" y="2902"/>
                      <a:pt x="2592" y="3009"/>
                      <a:pt x="2776" y="3009"/>
                    </a:cubicBezTo>
                    <a:cubicBezTo>
                      <a:pt x="2824" y="3009"/>
                      <a:pt x="2877" y="3002"/>
                      <a:pt x="2935" y="2987"/>
                    </a:cubicBezTo>
                    <a:cubicBezTo>
                      <a:pt x="3328" y="2880"/>
                      <a:pt x="3622" y="2478"/>
                      <a:pt x="3542" y="2077"/>
                    </a:cubicBezTo>
                    <a:cubicBezTo>
                      <a:pt x="3444" y="1568"/>
                      <a:pt x="3319" y="1060"/>
                      <a:pt x="3167" y="551"/>
                    </a:cubicBezTo>
                    <a:cubicBezTo>
                      <a:pt x="3066" y="225"/>
                      <a:pt x="2756" y="1"/>
                      <a:pt x="2424" y="1"/>
                    </a:cubicBezTo>
                    <a:close/>
                  </a:path>
                </a:pathLst>
              </a:custGeom>
              <a:solidFill>
                <a:srgbClr val="3804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" name="Google Shape;194;p8"/>
            <p:cNvGrpSpPr/>
            <p:nvPr/>
          </p:nvGrpSpPr>
          <p:grpSpPr>
            <a:xfrm>
              <a:off x="6134047" y="634461"/>
              <a:ext cx="189711" cy="213176"/>
              <a:chOff x="3951525" y="3191650"/>
              <a:chExt cx="62675" cy="70425"/>
            </a:xfrm>
          </p:grpSpPr>
          <p:sp>
            <p:nvSpPr>
              <p:cNvPr id="195" name="Google Shape;195;p8"/>
              <p:cNvSpPr/>
              <p:nvPr/>
            </p:nvSpPr>
            <p:spPr>
              <a:xfrm>
                <a:off x="3966425" y="3191650"/>
                <a:ext cx="47775" cy="38800"/>
              </a:xfrm>
              <a:custGeom>
                <a:avLst/>
                <a:gdLst/>
                <a:ahLst/>
                <a:cxnLst/>
                <a:rect l="l" t="t" r="r" b="b"/>
                <a:pathLst>
                  <a:path w="1911" h="1552" extrusionOk="0">
                    <a:moveTo>
                      <a:pt x="1297" y="1"/>
                    </a:moveTo>
                    <a:cubicBezTo>
                      <a:pt x="1265" y="1"/>
                      <a:pt x="1231" y="4"/>
                      <a:pt x="1197" y="11"/>
                    </a:cubicBezTo>
                    <a:cubicBezTo>
                      <a:pt x="920" y="64"/>
                      <a:pt x="643" y="135"/>
                      <a:pt x="367" y="207"/>
                    </a:cubicBezTo>
                    <a:cubicBezTo>
                      <a:pt x="206" y="251"/>
                      <a:pt x="99" y="367"/>
                      <a:pt x="55" y="528"/>
                    </a:cubicBezTo>
                    <a:cubicBezTo>
                      <a:pt x="1" y="744"/>
                      <a:pt x="87" y="867"/>
                      <a:pt x="273" y="867"/>
                    </a:cubicBezTo>
                    <a:cubicBezTo>
                      <a:pt x="302" y="867"/>
                      <a:pt x="333" y="864"/>
                      <a:pt x="367" y="858"/>
                    </a:cubicBezTo>
                    <a:cubicBezTo>
                      <a:pt x="510" y="831"/>
                      <a:pt x="652" y="787"/>
                      <a:pt x="750" y="760"/>
                    </a:cubicBezTo>
                    <a:cubicBezTo>
                      <a:pt x="991" y="769"/>
                      <a:pt x="1143" y="876"/>
                      <a:pt x="1205" y="1072"/>
                    </a:cubicBezTo>
                    <a:cubicBezTo>
                      <a:pt x="1241" y="1161"/>
                      <a:pt x="1250" y="1268"/>
                      <a:pt x="1286" y="1358"/>
                    </a:cubicBezTo>
                    <a:cubicBezTo>
                      <a:pt x="1322" y="1486"/>
                      <a:pt x="1397" y="1551"/>
                      <a:pt x="1494" y="1551"/>
                    </a:cubicBezTo>
                    <a:cubicBezTo>
                      <a:pt x="1539" y="1551"/>
                      <a:pt x="1589" y="1537"/>
                      <a:pt x="1643" y="1509"/>
                    </a:cubicBezTo>
                    <a:cubicBezTo>
                      <a:pt x="1812" y="1429"/>
                      <a:pt x="1910" y="1242"/>
                      <a:pt x="1875" y="1054"/>
                    </a:cubicBezTo>
                    <a:cubicBezTo>
                      <a:pt x="1821" y="796"/>
                      <a:pt x="1767" y="546"/>
                      <a:pt x="1687" y="305"/>
                    </a:cubicBezTo>
                    <a:cubicBezTo>
                      <a:pt x="1626" y="108"/>
                      <a:pt x="1482" y="1"/>
                      <a:pt x="1297" y="1"/>
                    </a:cubicBezTo>
                    <a:close/>
                  </a:path>
                </a:pathLst>
              </a:custGeom>
              <a:solidFill>
                <a:srgbClr val="FFE00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8"/>
              <p:cNvSpPr/>
              <p:nvPr/>
            </p:nvSpPr>
            <p:spPr>
              <a:xfrm>
                <a:off x="3951525" y="3223075"/>
                <a:ext cx="46375" cy="3900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560" extrusionOk="0">
                    <a:moveTo>
                      <a:pt x="1267" y="0"/>
                    </a:moveTo>
                    <a:cubicBezTo>
                      <a:pt x="1235" y="0"/>
                      <a:pt x="1202" y="4"/>
                      <a:pt x="1168" y="11"/>
                    </a:cubicBezTo>
                    <a:cubicBezTo>
                      <a:pt x="883" y="74"/>
                      <a:pt x="597" y="145"/>
                      <a:pt x="312" y="226"/>
                    </a:cubicBezTo>
                    <a:cubicBezTo>
                      <a:pt x="124" y="279"/>
                      <a:pt x="26" y="413"/>
                      <a:pt x="8" y="609"/>
                    </a:cubicBezTo>
                    <a:cubicBezTo>
                      <a:pt x="1" y="785"/>
                      <a:pt x="72" y="875"/>
                      <a:pt x="215" y="875"/>
                    </a:cubicBezTo>
                    <a:cubicBezTo>
                      <a:pt x="239" y="875"/>
                      <a:pt x="266" y="873"/>
                      <a:pt x="294" y="868"/>
                    </a:cubicBezTo>
                    <a:cubicBezTo>
                      <a:pt x="401" y="850"/>
                      <a:pt x="508" y="814"/>
                      <a:pt x="615" y="788"/>
                    </a:cubicBezTo>
                    <a:cubicBezTo>
                      <a:pt x="671" y="776"/>
                      <a:pt x="722" y="770"/>
                      <a:pt x="769" y="770"/>
                    </a:cubicBezTo>
                    <a:cubicBezTo>
                      <a:pt x="981" y="770"/>
                      <a:pt x="1113" y="884"/>
                      <a:pt x="1186" y="1118"/>
                    </a:cubicBezTo>
                    <a:cubicBezTo>
                      <a:pt x="1204" y="1189"/>
                      <a:pt x="1222" y="1269"/>
                      <a:pt x="1239" y="1332"/>
                    </a:cubicBezTo>
                    <a:cubicBezTo>
                      <a:pt x="1278" y="1482"/>
                      <a:pt x="1363" y="1559"/>
                      <a:pt x="1468" y="1559"/>
                    </a:cubicBezTo>
                    <a:cubicBezTo>
                      <a:pt x="1532" y="1559"/>
                      <a:pt x="1603" y="1531"/>
                      <a:pt x="1677" y="1474"/>
                    </a:cubicBezTo>
                    <a:cubicBezTo>
                      <a:pt x="1793" y="1385"/>
                      <a:pt x="1855" y="1269"/>
                      <a:pt x="1846" y="1064"/>
                    </a:cubicBezTo>
                    <a:cubicBezTo>
                      <a:pt x="1784" y="823"/>
                      <a:pt x="1739" y="520"/>
                      <a:pt x="1623" y="243"/>
                    </a:cubicBezTo>
                    <a:cubicBezTo>
                      <a:pt x="1564" y="88"/>
                      <a:pt x="1425" y="0"/>
                      <a:pt x="1267" y="0"/>
                    </a:cubicBezTo>
                    <a:close/>
                  </a:path>
                </a:pathLst>
              </a:custGeom>
              <a:solidFill>
                <a:srgbClr val="FFE00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7" name="Google Shape;197;p8"/>
            <p:cNvSpPr/>
            <p:nvPr/>
          </p:nvSpPr>
          <p:spPr>
            <a:xfrm>
              <a:off x="6494299" y="4081592"/>
              <a:ext cx="94591" cy="93913"/>
            </a:xfrm>
            <a:custGeom>
              <a:avLst/>
              <a:gdLst/>
              <a:ahLst/>
              <a:cxnLst/>
              <a:rect l="l" t="t" r="r" b="b"/>
              <a:pathLst>
                <a:path w="1250" h="1241" extrusionOk="0">
                  <a:moveTo>
                    <a:pt x="634" y="0"/>
                  </a:moveTo>
                  <a:cubicBezTo>
                    <a:pt x="312" y="0"/>
                    <a:pt x="9" y="312"/>
                    <a:pt x="9" y="651"/>
                  </a:cubicBezTo>
                  <a:cubicBezTo>
                    <a:pt x="0" y="963"/>
                    <a:pt x="286" y="1240"/>
                    <a:pt x="616" y="1240"/>
                  </a:cubicBezTo>
                  <a:cubicBezTo>
                    <a:pt x="937" y="1240"/>
                    <a:pt x="1240" y="937"/>
                    <a:pt x="1240" y="589"/>
                  </a:cubicBezTo>
                  <a:cubicBezTo>
                    <a:pt x="1249" y="277"/>
                    <a:pt x="964" y="0"/>
                    <a:pt x="6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8"/>
            <p:cNvSpPr/>
            <p:nvPr/>
          </p:nvSpPr>
          <p:spPr>
            <a:xfrm>
              <a:off x="8423993" y="2449689"/>
              <a:ext cx="67576" cy="77113"/>
            </a:xfrm>
            <a:custGeom>
              <a:avLst/>
              <a:gdLst/>
              <a:ahLst/>
              <a:cxnLst/>
              <a:rect l="l" t="t" r="r" b="b"/>
              <a:pathLst>
                <a:path w="893" h="1019" extrusionOk="0">
                  <a:moveTo>
                    <a:pt x="431" y="1"/>
                  </a:moveTo>
                  <a:cubicBezTo>
                    <a:pt x="180" y="1"/>
                    <a:pt x="0" y="192"/>
                    <a:pt x="0" y="457"/>
                  </a:cubicBezTo>
                  <a:cubicBezTo>
                    <a:pt x="0" y="787"/>
                    <a:pt x="170" y="1010"/>
                    <a:pt x="420" y="1019"/>
                  </a:cubicBezTo>
                  <a:cubicBezTo>
                    <a:pt x="660" y="1019"/>
                    <a:pt x="821" y="849"/>
                    <a:pt x="857" y="519"/>
                  </a:cubicBezTo>
                  <a:cubicBezTo>
                    <a:pt x="866" y="510"/>
                    <a:pt x="866" y="501"/>
                    <a:pt x="866" y="493"/>
                  </a:cubicBezTo>
                  <a:cubicBezTo>
                    <a:pt x="892" y="225"/>
                    <a:pt x="723" y="11"/>
                    <a:pt x="464" y="2"/>
                  </a:cubicBezTo>
                  <a:cubicBezTo>
                    <a:pt x="453" y="1"/>
                    <a:pt x="442" y="1"/>
                    <a:pt x="431" y="1"/>
                  </a:cubicBezTo>
                  <a:close/>
                </a:path>
              </a:pathLst>
            </a:custGeom>
            <a:solidFill>
              <a:srgbClr val="FFE0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8"/>
            <p:cNvSpPr/>
            <p:nvPr/>
          </p:nvSpPr>
          <p:spPr>
            <a:xfrm>
              <a:off x="7731282" y="1042613"/>
              <a:ext cx="60160" cy="66897"/>
            </a:xfrm>
            <a:custGeom>
              <a:avLst/>
              <a:gdLst/>
              <a:ahLst/>
              <a:cxnLst/>
              <a:rect l="l" t="t" r="r" b="b"/>
              <a:pathLst>
                <a:path w="795" h="884" extrusionOk="0">
                  <a:moveTo>
                    <a:pt x="401" y="0"/>
                  </a:moveTo>
                  <a:cubicBezTo>
                    <a:pt x="395" y="0"/>
                    <a:pt x="390" y="0"/>
                    <a:pt x="384" y="0"/>
                  </a:cubicBezTo>
                  <a:cubicBezTo>
                    <a:pt x="152" y="0"/>
                    <a:pt x="1" y="197"/>
                    <a:pt x="1" y="482"/>
                  </a:cubicBezTo>
                  <a:cubicBezTo>
                    <a:pt x="9" y="705"/>
                    <a:pt x="188" y="884"/>
                    <a:pt x="402" y="884"/>
                  </a:cubicBezTo>
                  <a:cubicBezTo>
                    <a:pt x="625" y="875"/>
                    <a:pt x="794" y="687"/>
                    <a:pt x="794" y="455"/>
                  </a:cubicBezTo>
                  <a:cubicBezTo>
                    <a:pt x="786" y="185"/>
                    <a:pt x="632" y="0"/>
                    <a:pt x="401" y="0"/>
                  </a:cubicBezTo>
                  <a:close/>
                </a:path>
              </a:pathLst>
            </a:custGeom>
            <a:solidFill>
              <a:srgbClr val="3804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8"/>
            <p:cNvSpPr/>
            <p:nvPr/>
          </p:nvSpPr>
          <p:spPr>
            <a:xfrm>
              <a:off x="8619080" y="3482036"/>
              <a:ext cx="62203" cy="55394"/>
            </a:xfrm>
            <a:custGeom>
              <a:avLst/>
              <a:gdLst/>
              <a:ahLst/>
              <a:cxnLst/>
              <a:rect l="l" t="t" r="r" b="b"/>
              <a:pathLst>
                <a:path w="822" h="732" extrusionOk="0">
                  <a:moveTo>
                    <a:pt x="429" y="0"/>
                  </a:moveTo>
                  <a:cubicBezTo>
                    <a:pt x="170" y="9"/>
                    <a:pt x="0" y="152"/>
                    <a:pt x="0" y="366"/>
                  </a:cubicBezTo>
                  <a:cubicBezTo>
                    <a:pt x="0" y="580"/>
                    <a:pt x="188" y="732"/>
                    <a:pt x="438" y="732"/>
                  </a:cubicBezTo>
                  <a:cubicBezTo>
                    <a:pt x="661" y="732"/>
                    <a:pt x="821" y="571"/>
                    <a:pt x="812" y="348"/>
                  </a:cubicBezTo>
                  <a:cubicBezTo>
                    <a:pt x="803" y="152"/>
                    <a:pt x="643" y="0"/>
                    <a:pt x="4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8"/>
            <p:cNvSpPr/>
            <p:nvPr/>
          </p:nvSpPr>
          <p:spPr>
            <a:xfrm>
              <a:off x="2739905" y="4603492"/>
              <a:ext cx="65094" cy="65783"/>
            </a:xfrm>
            <a:custGeom>
              <a:avLst/>
              <a:gdLst/>
              <a:ahLst/>
              <a:cxnLst/>
              <a:rect l="l" t="t" r="r" b="b"/>
              <a:pathLst>
                <a:path w="760" h="768" extrusionOk="0">
                  <a:moveTo>
                    <a:pt x="393" y="0"/>
                  </a:moveTo>
                  <a:cubicBezTo>
                    <a:pt x="197" y="0"/>
                    <a:pt x="19" y="179"/>
                    <a:pt x="10" y="393"/>
                  </a:cubicBezTo>
                  <a:cubicBezTo>
                    <a:pt x="1" y="589"/>
                    <a:pt x="162" y="758"/>
                    <a:pt x="367" y="767"/>
                  </a:cubicBezTo>
                  <a:cubicBezTo>
                    <a:pt x="563" y="767"/>
                    <a:pt x="750" y="589"/>
                    <a:pt x="750" y="375"/>
                  </a:cubicBezTo>
                  <a:cubicBezTo>
                    <a:pt x="759" y="179"/>
                    <a:pt x="599" y="9"/>
                    <a:pt x="393" y="0"/>
                  </a:cubicBezTo>
                  <a:close/>
                </a:path>
              </a:pathLst>
            </a:custGeom>
            <a:solidFill>
              <a:srgbClr val="3804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8"/>
            <p:cNvSpPr/>
            <p:nvPr/>
          </p:nvSpPr>
          <p:spPr>
            <a:xfrm>
              <a:off x="6663297" y="4731274"/>
              <a:ext cx="58116" cy="56832"/>
            </a:xfrm>
            <a:custGeom>
              <a:avLst/>
              <a:gdLst/>
              <a:ahLst/>
              <a:cxnLst/>
              <a:rect l="l" t="t" r="r" b="b"/>
              <a:pathLst>
                <a:path w="768" h="751" extrusionOk="0">
                  <a:moveTo>
                    <a:pt x="393" y="1"/>
                  </a:moveTo>
                  <a:cubicBezTo>
                    <a:pt x="188" y="1"/>
                    <a:pt x="9" y="188"/>
                    <a:pt x="9" y="393"/>
                  </a:cubicBezTo>
                  <a:cubicBezTo>
                    <a:pt x="0" y="590"/>
                    <a:pt x="170" y="750"/>
                    <a:pt x="375" y="750"/>
                  </a:cubicBezTo>
                  <a:cubicBezTo>
                    <a:pt x="580" y="750"/>
                    <a:pt x="759" y="572"/>
                    <a:pt x="768" y="367"/>
                  </a:cubicBezTo>
                  <a:cubicBezTo>
                    <a:pt x="768" y="170"/>
                    <a:pt x="598" y="10"/>
                    <a:pt x="393" y="1"/>
                  </a:cubicBezTo>
                  <a:close/>
                </a:path>
              </a:pathLst>
            </a:custGeom>
            <a:solidFill>
              <a:srgbClr val="3804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8"/>
            <p:cNvSpPr/>
            <p:nvPr/>
          </p:nvSpPr>
          <p:spPr>
            <a:xfrm>
              <a:off x="2747179" y="4840651"/>
              <a:ext cx="50533" cy="59702"/>
            </a:xfrm>
            <a:custGeom>
              <a:avLst/>
              <a:gdLst/>
              <a:ahLst/>
              <a:cxnLst/>
              <a:rect l="l" t="t" r="r" b="b"/>
              <a:pathLst>
                <a:path w="590" h="697" extrusionOk="0">
                  <a:moveTo>
                    <a:pt x="295" y="0"/>
                  </a:moveTo>
                  <a:cubicBezTo>
                    <a:pt x="117" y="9"/>
                    <a:pt x="10" y="143"/>
                    <a:pt x="1" y="366"/>
                  </a:cubicBezTo>
                  <a:cubicBezTo>
                    <a:pt x="1" y="562"/>
                    <a:pt x="108" y="696"/>
                    <a:pt x="286" y="696"/>
                  </a:cubicBezTo>
                  <a:cubicBezTo>
                    <a:pt x="292" y="697"/>
                    <a:pt x="298" y="697"/>
                    <a:pt x="304" y="697"/>
                  </a:cubicBezTo>
                  <a:cubicBezTo>
                    <a:pt x="473" y="697"/>
                    <a:pt x="590" y="574"/>
                    <a:pt x="590" y="384"/>
                  </a:cubicBezTo>
                  <a:cubicBezTo>
                    <a:pt x="590" y="152"/>
                    <a:pt x="474" y="0"/>
                    <a:pt x="295" y="0"/>
                  </a:cubicBezTo>
                  <a:close/>
                </a:path>
              </a:pathLst>
            </a:custGeom>
            <a:solidFill>
              <a:srgbClr val="3804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8"/>
            <p:cNvSpPr/>
            <p:nvPr/>
          </p:nvSpPr>
          <p:spPr>
            <a:xfrm>
              <a:off x="8516466" y="3325391"/>
              <a:ext cx="45328" cy="53427"/>
            </a:xfrm>
            <a:custGeom>
              <a:avLst/>
              <a:gdLst/>
              <a:ahLst/>
              <a:cxnLst/>
              <a:rect l="l" t="t" r="r" b="b"/>
              <a:pathLst>
                <a:path w="599" h="706" extrusionOk="0">
                  <a:moveTo>
                    <a:pt x="295" y="0"/>
                  </a:moveTo>
                  <a:cubicBezTo>
                    <a:pt x="116" y="9"/>
                    <a:pt x="0" y="143"/>
                    <a:pt x="0" y="339"/>
                  </a:cubicBezTo>
                  <a:cubicBezTo>
                    <a:pt x="0" y="554"/>
                    <a:pt x="125" y="705"/>
                    <a:pt x="295" y="705"/>
                  </a:cubicBezTo>
                  <a:cubicBezTo>
                    <a:pt x="473" y="705"/>
                    <a:pt x="598" y="545"/>
                    <a:pt x="598" y="322"/>
                  </a:cubicBezTo>
                  <a:cubicBezTo>
                    <a:pt x="598" y="134"/>
                    <a:pt x="464" y="0"/>
                    <a:pt x="295" y="0"/>
                  </a:cubicBezTo>
                  <a:close/>
                </a:path>
              </a:pathLst>
            </a:custGeom>
            <a:solidFill>
              <a:srgbClr val="FFE0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8"/>
            <p:cNvSpPr/>
            <p:nvPr/>
          </p:nvSpPr>
          <p:spPr>
            <a:xfrm>
              <a:off x="8632625" y="2278287"/>
              <a:ext cx="47976" cy="45329"/>
            </a:xfrm>
            <a:custGeom>
              <a:avLst/>
              <a:gdLst/>
              <a:ahLst/>
              <a:cxnLst/>
              <a:rect l="l" t="t" r="r" b="b"/>
              <a:pathLst>
                <a:path w="634" h="599" extrusionOk="0">
                  <a:moveTo>
                    <a:pt x="301" y="1"/>
                  </a:moveTo>
                  <a:cubicBezTo>
                    <a:pt x="116" y="1"/>
                    <a:pt x="0" y="123"/>
                    <a:pt x="9" y="295"/>
                  </a:cubicBezTo>
                  <a:cubicBezTo>
                    <a:pt x="9" y="474"/>
                    <a:pt x="143" y="599"/>
                    <a:pt x="330" y="599"/>
                  </a:cubicBezTo>
                  <a:cubicBezTo>
                    <a:pt x="499" y="599"/>
                    <a:pt x="624" y="483"/>
                    <a:pt x="624" y="313"/>
                  </a:cubicBezTo>
                  <a:cubicBezTo>
                    <a:pt x="633" y="135"/>
                    <a:pt x="508" y="1"/>
                    <a:pt x="321" y="1"/>
                  </a:cubicBezTo>
                  <a:cubicBezTo>
                    <a:pt x="314" y="1"/>
                    <a:pt x="308" y="1"/>
                    <a:pt x="301" y="1"/>
                  </a:cubicBezTo>
                  <a:close/>
                </a:path>
              </a:pathLst>
            </a:custGeom>
            <a:solidFill>
              <a:srgbClr val="3804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8"/>
            <p:cNvSpPr/>
            <p:nvPr/>
          </p:nvSpPr>
          <p:spPr>
            <a:xfrm>
              <a:off x="8000000" y="1231495"/>
              <a:ext cx="39198" cy="40713"/>
            </a:xfrm>
            <a:custGeom>
              <a:avLst/>
              <a:gdLst/>
              <a:ahLst/>
              <a:cxnLst/>
              <a:rect l="l" t="t" r="r" b="b"/>
              <a:pathLst>
                <a:path w="518" h="538" extrusionOk="0">
                  <a:moveTo>
                    <a:pt x="285" y="0"/>
                  </a:moveTo>
                  <a:cubicBezTo>
                    <a:pt x="273" y="0"/>
                    <a:pt x="262" y="1"/>
                    <a:pt x="250" y="2"/>
                  </a:cubicBezTo>
                  <a:cubicBezTo>
                    <a:pt x="107" y="11"/>
                    <a:pt x="9" y="118"/>
                    <a:pt x="0" y="270"/>
                  </a:cubicBezTo>
                  <a:cubicBezTo>
                    <a:pt x="0" y="422"/>
                    <a:pt x="107" y="538"/>
                    <a:pt x="259" y="538"/>
                  </a:cubicBezTo>
                  <a:cubicBezTo>
                    <a:pt x="410" y="529"/>
                    <a:pt x="518" y="404"/>
                    <a:pt x="518" y="243"/>
                  </a:cubicBezTo>
                  <a:cubicBezTo>
                    <a:pt x="509" y="95"/>
                    <a:pt x="418" y="0"/>
                    <a:pt x="285" y="0"/>
                  </a:cubicBezTo>
                  <a:close/>
                </a:path>
              </a:pathLst>
            </a:custGeom>
            <a:solidFill>
              <a:srgbClr val="3804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8"/>
            <p:cNvSpPr/>
            <p:nvPr/>
          </p:nvSpPr>
          <p:spPr>
            <a:xfrm>
              <a:off x="5406960" y="1194491"/>
              <a:ext cx="39879" cy="41243"/>
            </a:xfrm>
            <a:custGeom>
              <a:avLst/>
              <a:gdLst/>
              <a:ahLst/>
              <a:cxnLst/>
              <a:rect l="l" t="t" r="r" b="b"/>
              <a:pathLst>
                <a:path w="527" h="545" extrusionOk="0">
                  <a:moveTo>
                    <a:pt x="268" y="1"/>
                  </a:moveTo>
                  <a:cubicBezTo>
                    <a:pt x="125" y="10"/>
                    <a:pt x="0" y="143"/>
                    <a:pt x="9" y="295"/>
                  </a:cubicBezTo>
                  <a:cubicBezTo>
                    <a:pt x="9" y="438"/>
                    <a:pt x="107" y="536"/>
                    <a:pt x="250" y="545"/>
                  </a:cubicBezTo>
                  <a:cubicBezTo>
                    <a:pt x="393" y="545"/>
                    <a:pt x="527" y="420"/>
                    <a:pt x="527" y="268"/>
                  </a:cubicBezTo>
                  <a:cubicBezTo>
                    <a:pt x="527" y="126"/>
                    <a:pt x="411" y="1"/>
                    <a:pt x="268" y="1"/>
                  </a:cubicBezTo>
                  <a:close/>
                </a:path>
              </a:pathLst>
            </a:custGeom>
            <a:solidFill>
              <a:srgbClr val="3804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8"/>
            <p:cNvSpPr/>
            <p:nvPr/>
          </p:nvSpPr>
          <p:spPr>
            <a:xfrm>
              <a:off x="6447248" y="4769716"/>
              <a:ext cx="35869" cy="33297"/>
            </a:xfrm>
            <a:custGeom>
              <a:avLst/>
              <a:gdLst/>
              <a:ahLst/>
              <a:cxnLst/>
              <a:rect l="l" t="t" r="r" b="b"/>
              <a:pathLst>
                <a:path w="474" h="440" extrusionOk="0">
                  <a:moveTo>
                    <a:pt x="258" y="1"/>
                  </a:moveTo>
                  <a:cubicBezTo>
                    <a:pt x="252" y="1"/>
                    <a:pt x="247" y="1"/>
                    <a:pt x="242" y="1"/>
                  </a:cubicBezTo>
                  <a:cubicBezTo>
                    <a:pt x="108" y="1"/>
                    <a:pt x="1" y="126"/>
                    <a:pt x="19" y="260"/>
                  </a:cubicBezTo>
                  <a:cubicBezTo>
                    <a:pt x="35" y="362"/>
                    <a:pt x="125" y="439"/>
                    <a:pt x="233" y="439"/>
                  </a:cubicBezTo>
                  <a:cubicBezTo>
                    <a:pt x="239" y="439"/>
                    <a:pt x="245" y="439"/>
                    <a:pt x="250" y="438"/>
                  </a:cubicBezTo>
                  <a:cubicBezTo>
                    <a:pt x="375" y="429"/>
                    <a:pt x="474" y="305"/>
                    <a:pt x="465" y="189"/>
                  </a:cubicBezTo>
                  <a:cubicBezTo>
                    <a:pt x="465" y="87"/>
                    <a:pt x="367" y="1"/>
                    <a:pt x="258" y="1"/>
                  </a:cubicBezTo>
                  <a:close/>
                </a:path>
              </a:pathLst>
            </a:custGeom>
            <a:solidFill>
              <a:srgbClr val="3804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8"/>
            <p:cNvSpPr/>
            <p:nvPr/>
          </p:nvSpPr>
          <p:spPr>
            <a:xfrm>
              <a:off x="827266" y="1188391"/>
              <a:ext cx="45328" cy="53427"/>
            </a:xfrm>
            <a:custGeom>
              <a:avLst/>
              <a:gdLst/>
              <a:ahLst/>
              <a:cxnLst/>
              <a:rect l="l" t="t" r="r" b="b"/>
              <a:pathLst>
                <a:path w="599" h="706" extrusionOk="0">
                  <a:moveTo>
                    <a:pt x="295" y="0"/>
                  </a:moveTo>
                  <a:cubicBezTo>
                    <a:pt x="116" y="9"/>
                    <a:pt x="0" y="143"/>
                    <a:pt x="0" y="339"/>
                  </a:cubicBezTo>
                  <a:cubicBezTo>
                    <a:pt x="0" y="554"/>
                    <a:pt x="125" y="705"/>
                    <a:pt x="295" y="705"/>
                  </a:cubicBezTo>
                  <a:cubicBezTo>
                    <a:pt x="473" y="705"/>
                    <a:pt x="598" y="545"/>
                    <a:pt x="598" y="322"/>
                  </a:cubicBezTo>
                  <a:cubicBezTo>
                    <a:pt x="598" y="134"/>
                    <a:pt x="464" y="0"/>
                    <a:pt x="295" y="0"/>
                  </a:cubicBezTo>
                  <a:close/>
                </a:path>
              </a:pathLst>
            </a:custGeom>
            <a:solidFill>
              <a:srgbClr val="FFE0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8"/>
            <p:cNvSpPr/>
            <p:nvPr/>
          </p:nvSpPr>
          <p:spPr>
            <a:xfrm>
              <a:off x="1111405" y="1501767"/>
              <a:ext cx="65094" cy="65783"/>
            </a:xfrm>
            <a:custGeom>
              <a:avLst/>
              <a:gdLst/>
              <a:ahLst/>
              <a:cxnLst/>
              <a:rect l="l" t="t" r="r" b="b"/>
              <a:pathLst>
                <a:path w="760" h="768" extrusionOk="0">
                  <a:moveTo>
                    <a:pt x="393" y="0"/>
                  </a:moveTo>
                  <a:cubicBezTo>
                    <a:pt x="197" y="0"/>
                    <a:pt x="19" y="179"/>
                    <a:pt x="10" y="393"/>
                  </a:cubicBezTo>
                  <a:cubicBezTo>
                    <a:pt x="1" y="589"/>
                    <a:pt x="162" y="758"/>
                    <a:pt x="367" y="767"/>
                  </a:cubicBezTo>
                  <a:cubicBezTo>
                    <a:pt x="563" y="767"/>
                    <a:pt x="750" y="589"/>
                    <a:pt x="750" y="375"/>
                  </a:cubicBezTo>
                  <a:cubicBezTo>
                    <a:pt x="759" y="179"/>
                    <a:pt x="599" y="9"/>
                    <a:pt x="393" y="0"/>
                  </a:cubicBezTo>
                  <a:close/>
                </a:path>
              </a:pathLst>
            </a:custGeom>
            <a:solidFill>
              <a:srgbClr val="3804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8"/>
            <p:cNvSpPr/>
            <p:nvPr/>
          </p:nvSpPr>
          <p:spPr>
            <a:xfrm>
              <a:off x="2028499" y="847642"/>
              <a:ext cx="94591" cy="93913"/>
            </a:xfrm>
            <a:custGeom>
              <a:avLst/>
              <a:gdLst/>
              <a:ahLst/>
              <a:cxnLst/>
              <a:rect l="l" t="t" r="r" b="b"/>
              <a:pathLst>
                <a:path w="1250" h="1241" extrusionOk="0">
                  <a:moveTo>
                    <a:pt x="634" y="0"/>
                  </a:moveTo>
                  <a:cubicBezTo>
                    <a:pt x="312" y="0"/>
                    <a:pt x="9" y="312"/>
                    <a:pt x="9" y="651"/>
                  </a:cubicBezTo>
                  <a:cubicBezTo>
                    <a:pt x="0" y="963"/>
                    <a:pt x="286" y="1240"/>
                    <a:pt x="616" y="1240"/>
                  </a:cubicBezTo>
                  <a:cubicBezTo>
                    <a:pt x="937" y="1240"/>
                    <a:pt x="1240" y="937"/>
                    <a:pt x="1240" y="589"/>
                  </a:cubicBezTo>
                  <a:cubicBezTo>
                    <a:pt x="1249" y="277"/>
                    <a:pt x="964" y="0"/>
                    <a:pt x="6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8"/>
            <p:cNvSpPr/>
            <p:nvPr/>
          </p:nvSpPr>
          <p:spPr>
            <a:xfrm>
              <a:off x="817392" y="4247217"/>
              <a:ext cx="65094" cy="65783"/>
            </a:xfrm>
            <a:custGeom>
              <a:avLst/>
              <a:gdLst/>
              <a:ahLst/>
              <a:cxnLst/>
              <a:rect l="l" t="t" r="r" b="b"/>
              <a:pathLst>
                <a:path w="760" h="768" extrusionOk="0">
                  <a:moveTo>
                    <a:pt x="393" y="0"/>
                  </a:moveTo>
                  <a:cubicBezTo>
                    <a:pt x="197" y="0"/>
                    <a:pt x="19" y="179"/>
                    <a:pt x="10" y="393"/>
                  </a:cubicBezTo>
                  <a:cubicBezTo>
                    <a:pt x="1" y="589"/>
                    <a:pt x="162" y="758"/>
                    <a:pt x="367" y="767"/>
                  </a:cubicBezTo>
                  <a:cubicBezTo>
                    <a:pt x="563" y="767"/>
                    <a:pt x="750" y="589"/>
                    <a:pt x="750" y="375"/>
                  </a:cubicBezTo>
                  <a:cubicBezTo>
                    <a:pt x="759" y="179"/>
                    <a:pt x="599" y="9"/>
                    <a:pt x="393" y="0"/>
                  </a:cubicBezTo>
                  <a:close/>
                </a:path>
              </a:pathLst>
            </a:custGeom>
            <a:solidFill>
              <a:srgbClr val="3804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8"/>
            <p:cNvSpPr/>
            <p:nvPr/>
          </p:nvSpPr>
          <p:spPr>
            <a:xfrm>
              <a:off x="699312" y="4578961"/>
              <a:ext cx="41369" cy="49080"/>
            </a:xfrm>
            <a:custGeom>
              <a:avLst/>
              <a:gdLst/>
              <a:ahLst/>
              <a:cxnLst/>
              <a:rect l="l" t="t" r="r" b="b"/>
              <a:pathLst>
                <a:path w="483" h="573" extrusionOk="0">
                  <a:moveTo>
                    <a:pt x="242" y="1"/>
                  </a:moveTo>
                  <a:cubicBezTo>
                    <a:pt x="99" y="10"/>
                    <a:pt x="1" y="117"/>
                    <a:pt x="1" y="269"/>
                  </a:cubicBezTo>
                  <a:cubicBezTo>
                    <a:pt x="1" y="447"/>
                    <a:pt x="90" y="572"/>
                    <a:pt x="233" y="572"/>
                  </a:cubicBezTo>
                  <a:cubicBezTo>
                    <a:pt x="238" y="572"/>
                    <a:pt x="243" y="572"/>
                    <a:pt x="248" y="572"/>
                  </a:cubicBezTo>
                  <a:cubicBezTo>
                    <a:pt x="391" y="572"/>
                    <a:pt x="483" y="450"/>
                    <a:pt x="483" y="269"/>
                  </a:cubicBezTo>
                  <a:cubicBezTo>
                    <a:pt x="483" y="117"/>
                    <a:pt x="376" y="1"/>
                    <a:pt x="242" y="1"/>
                  </a:cubicBezTo>
                  <a:close/>
                </a:path>
              </a:pathLst>
            </a:custGeom>
            <a:solidFill>
              <a:srgbClr val="FF47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4" name="Google Shape;214;p8"/>
          <p:cNvSpPr txBox="1">
            <a:spLocks noGrp="1"/>
          </p:cNvSpPr>
          <p:nvPr>
            <p:ph type="title"/>
          </p:nvPr>
        </p:nvSpPr>
        <p:spPr>
          <a:xfrm>
            <a:off x="2555100" y="1346100"/>
            <a:ext cx="4033800" cy="245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81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accent3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>
            <a:off x="0" y="0"/>
            <a:ext cx="4183846" cy="5143562"/>
          </a:xfrm>
          <a:custGeom>
            <a:avLst/>
            <a:gdLst/>
            <a:ahLst/>
            <a:cxnLst/>
            <a:rect l="l" t="t" r="r" b="b"/>
            <a:pathLst>
              <a:path w="47541" h="50235" extrusionOk="0">
                <a:moveTo>
                  <a:pt x="170" y="0"/>
                </a:moveTo>
                <a:cubicBezTo>
                  <a:pt x="134" y="0"/>
                  <a:pt x="89" y="9"/>
                  <a:pt x="45" y="9"/>
                </a:cubicBezTo>
                <a:cubicBezTo>
                  <a:pt x="45" y="9"/>
                  <a:pt x="36" y="18"/>
                  <a:pt x="27" y="27"/>
                </a:cubicBezTo>
                <a:cubicBezTo>
                  <a:pt x="27" y="27"/>
                  <a:pt x="18" y="36"/>
                  <a:pt x="0" y="54"/>
                </a:cubicBezTo>
                <a:lnTo>
                  <a:pt x="0" y="366"/>
                </a:lnTo>
                <a:cubicBezTo>
                  <a:pt x="0" y="16888"/>
                  <a:pt x="0" y="33410"/>
                  <a:pt x="0" y="49931"/>
                </a:cubicBezTo>
                <a:cubicBezTo>
                  <a:pt x="0" y="50029"/>
                  <a:pt x="0" y="50136"/>
                  <a:pt x="0" y="50235"/>
                </a:cubicBezTo>
                <a:lnTo>
                  <a:pt x="45756" y="50235"/>
                </a:lnTo>
                <a:cubicBezTo>
                  <a:pt x="45792" y="50163"/>
                  <a:pt x="45828" y="50092"/>
                  <a:pt x="45872" y="50029"/>
                </a:cubicBezTo>
                <a:cubicBezTo>
                  <a:pt x="46345" y="49467"/>
                  <a:pt x="46773" y="48879"/>
                  <a:pt x="47085" y="48218"/>
                </a:cubicBezTo>
                <a:cubicBezTo>
                  <a:pt x="47273" y="47808"/>
                  <a:pt x="47416" y="47389"/>
                  <a:pt x="47460" y="46952"/>
                </a:cubicBezTo>
                <a:cubicBezTo>
                  <a:pt x="47540" y="46238"/>
                  <a:pt x="47371" y="45578"/>
                  <a:pt x="46934" y="45016"/>
                </a:cubicBezTo>
                <a:cubicBezTo>
                  <a:pt x="46684" y="44704"/>
                  <a:pt x="46416" y="44418"/>
                  <a:pt x="46158" y="44124"/>
                </a:cubicBezTo>
                <a:cubicBezTo>
                  <a:pt x="45899" y="43803"/>
                  <a:pt x="45622" y="43499"/>
                  <a:pt x="45399" y="43160"/>
                </a:cubicBezTo>
                <a:cubicBezTo>
                  <a:pt x="45069" y="42661"/>
                  <a:pt x="44998" y="42108"/>
                  <a:pt x="45141" y="41519"/>
                </a:cubicBezTo>
                <a:cubicBezTo>
                  <a:pt x="45257" y="41055"/>
                  <a:pt x="45480" y="40636"/>
                  <a:pt x="45676" y="40198"/>
                </a:cubicBezTo>
                <a:cubicBezTo>
                  <a:pt x="45854" y="39806"/>
                  <a:pt x="46042" y="39413"/>
                  <a:pt x="46176" y="39003"/>
                </a:cubicBezTo>
                <a:cubicBezTo>
                  <a:pt x="46434" y="38218"/>
                  <a:pt x="46265" y="37495"/>
                  <a:pt x="45765" y="36853"/>
                </a:cubicBezTo>
                <a:cubicBezTo>
                  <a:pt x="45382" y="36371"/>
                  <a:pt x="44900" y="36015"/>
                  <a:pt x="44338" y="35774"/>
                </a:cubicBezTo>
                <a:cubicBezTo>
                  <a:pt x="43936" y="35604"/>
                  <a:pt x="43526" y="35461"/>
                  <a:pt x="43116" y="35319"/>
                </a:cubicBezTo>
                <a:cubicBezTo>
                  <a:pt x="42562" y="35122"/>
                  <a:pt x="42018" y="34926"/>
                  <a:pt x="41519" y="34614"/>
                </a:cubicBezTo>
                <a:cubicBezTo>
                  <a:pt x="40769" y="34132"/>
                  <a:pt x="40207" y="33490"/>
                  <a:pt x="39940" y="32633"/>
                </a:cubicBezTo>
                <a:cubicBezTo>
                  <a:pt x="39619" y="31634"/>
                  <a:pt x="39672" y="30635"/>
                  <a:pt x="40047" y="29654"/>
                </a:cubicBezTo>
                <a:cubicBezTo>
                  <a:pt x="40243" y="29136"/>
                  <a:pt x="40537" y="28673"/>
                  <a:pt x="40867" y="28226"/>
                </a:cubicBezTo>
                <a:cubicBezTo>
                  <a:pt x="41171" y="27825"/>
                  <a:pt x="41474" y="27424"/>
                  <a:pt x="41769" y="27022"/>
                </a:cubicBezTo>
                <a:cubicBezTo>
                  <a:pt x="42134" y="26523"/>
                  <a:pt x="42447" y="25987"/>
                  <a:pt x="42652" y="25390"/>
                </a:cubicBezTo>
                <a:cubicBezTo>
                  <a:pt x="42821" y="24917"/>
                  <a:pt x="42848" y="24426"/>
                  <a:pt x="42759" y="23935"/>
                </a:cubicBezTo>
                <a:cubicBezTo>
                  <a:pt x="42634" y="23204"/>
                  <a:pt x="42295" y="22580"/>
                  <a:pt x="41884" y="21982"/>
                </a:cubicBezTo>
                <a:cubicBezTo>
                  <a:pt x="41465" y="21384"/>
                  <a:pt x="40966" y="20849"/>
                  <a:pt x="40448" y="20340"/>
                </a:cubicBezTo>
                <a:cubicBezTo>
                  <a:pt x="40163" y="20055"/>
                  <a:pt x="39886" y="19769"/>
                  <a:pt x="39627" y="19466"/>
                </a:cubicBezTo>
                <a:cubicBezTo>
                  <a:pt x="39074" y="18815"/>
                  <a:pt x="38637" y="18092"/>
                  <a:pt x="38405" y="17263"/>
                </a:cubicBezTo>
                <a:cubicBezTo>
                  <a:pt x="38048" y="15987"/>
                  <a:pt x="38218" y="14800"/>
                  <a:pt x="39039" y="13730"/>
                </a:cubicBezTo>
                <a:cubicBezTo>
                  <a:pt x="39181" y="13543"/>
                  <a:pt x="39324" y="13355"/>
                  <a:pt x="39485" y="13177"/>
                </a:cubicBezTo>
                <a:cubicBezTo>
                  <a:pt x="39806" y="12820"/>
                  <a:pt x="40127" y="12463"/>
                  <a:pt x="40457" y="12106"/>
                </a:cubicBezTo>
                <a:cubicBezTo>
                  <a:pt x="41296" y="11187"/>
                  <a:pt x="41849" y="10126"/>
                  <a:pt x="42152" y="8930"/>
                </a:cubicBezTo>
                <a:cubicBezTo>
                  <a:pt x="42384" y="8003"/>
                  <a:pt x="42455" y="7066"/>
                  <a:pt x="42447" y="6111"/>
                </a:cubicBezTo>
                <a:cubicBezTo>
                  <a:pt x="42438" y="5576"/>
                  <a:pt x="42339" y="5050"/>
                  <a:pt x="42161" y="4541"/>
                </a:cubicBezTo>
                <a:cubicBezTo>
                  <a:pt x="41893" y="3810"/>
                  <a:pt x="41510" y="3132"/>
                  <a:pt x="41099" y="2472"/>
                </a:cubicBezTo>
                <a:cubicBezTo>
                  <a:pt x="40707" y="1829"/>
                  <a:pt x="40305" y="1187"/>
                  <a:pt x="39913" y="554"/>
                </a:cubicBezTo>
                <a:cubicBezTo>
                  <a:pt x="39806" y="375"/>
                  <a:pt x="39708" y="188"/>
                  <a:pt x="3960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7" name="Google Shape;217;p9"/>
          <p:cNvGrpSpPr/>
          <p:nvPr/>
        </p:nvGrpSpPr>
        <p:grpSpPr>
          <a:xfrm>
            <a:off x="292475" y="379732"/>
            <a:ext cx="8559051" cy="4581343"/>
            <a:chOff x="292475" y="379732"/>
            <a:chExt cx="8559051" cy="4581343"/>
          </a:xfrm>
        </p:grpSpPr>
        <p:sp>
          <p:nvSpPr>
            <p:cNvPr id="218" name="Google Shape;218;p9"/>
            <p:cNvSpPr/>
            <p:nvPr/>
          </p:nvSpPr>
          <p:spPr>
            <a:xfrm>
              <a:off x="8540180" y="4533594"/>
              <a:ext cx="145449" cy="153319"/>
            </a:xfrm>
            <a:custGeom>
              <a:avLst/>
              <a:gdLst/>
              <a:ahLst/>
              <a:cxnLst/>
              <a:rect l="l" t="t" r="r" b="b"/>
              <a:pathLst>
                <a:path w="1330" h="1402" extrusionOk="0">
                  <a:moveTo>
                    <a:pt x="393" y="0"/>
                  </a:moveTo>
                  <a:cubicBezTo>
                    <a:pt x="170" y="0"/>
                    <a:pt x="54" y="116"/>
                    <a:pt x="27" y="331"/>
                  </a:cubicBezTo>
                  <a:cubicBezTo>
                    <a:pt x="9" y="455"/>
                    <a:pt x="9" y="580"/>
                    <a:pt x="1" y="732"/>
                  </a:cubicBezTo>
                  <a:cubicBezTo>
                    <a:pt x="1" y="821"/>
                    <a:pt x="1" y="937"/>
                    <a:pt x="9" y="1062"/>
                  </a:cubicBezTo>
                  <a:cubicBezTo>
                    <a:pt x="18" y="1214"/>
                    <a:pt x="99" y="1321"/>
                    <a:pt x="241" y="1383"/>
                  </a:cubicBezTo>
                  <a:cubicBezTo>
                    <a:pt x="278" y="1396"/>
                    <a:pt x="313" y="1402"/>
                    <a:pt x="343" y="1402"/>
                  </a:cubicBezTo>
                  <a:cubicBezTo>
                    <a:pt x="446" y="1402"/>
                    <a:pt x="511" y="1333"/>
                    <a:pt x="518" y="1196"/>
                  </a:cubicBezTo>
                  <a:cubicBezTo>
                    <a:pt x="527" y="1107"/>
                    <a:pt x="518" y="1009"/>
                    <a:pt x="527" y="910"/>
                  </a:cubicBezTo>
                  <a:cubicBezTo>
                    <a:pt x="545" y="687"/>
                    <a:pt x="670" y="563"/>
                    <a:pt x="902" y="545"/>
                  </a:cubicBezTo>
                  <a:cubicBezTo>
                    <a:pt x="961" y="545"/>
                    <a:pt x="1020" y="549"/>
                    <a:pt x="1077" y="549"/>
                  </a:cubicBezTo>
                  <a:cubicBezTo>
                    <a:pt x="1106" y="549"/>
                    <a:pt x="1133" y="548"/>
                    <a:pt x="1160" y="545"/>
                  </a:cubicBezTo>
                  <a:cubicBezTo>
                    <a:pt x="1285" y="536"/>
                    <a:pt x="1330" y="482"/>
                    <a:pt x="1330" y="357"/>
                  </a:cubicBezTo>
                  <a:cubicBezTo>
                    <a:pt x="1321" y="179"/>
                    <a:pt x="1178" y="27"/>
                    <a:pt x="982" y="9"/>
                  </a:cubicBezTo>
                  <a:cubicBezTo>
                    <a:pt x="786" y="0"/>
                    <a:pt x="589" y="0"/>
                    <a:pt x="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9"/>
            <p:cNvSpPr/>
            <p:nvPr/>
          </p:nvSpPr>
          <p:spPr>
            <a:xfrm>
              <a:off x="8622090" y="4617800"/>
              <a:ext cx="146542" cy="153210"/>
            </a:xfrm>
            <a:custGeom>
              <a:avLst/>
              <a:gdLst/>
              <a:ahLst/>
              <a:cxnLst/>
              <a:rect l="l" t="t" r="r" b="b"/>
              <a:pathLst>
                <a:path w="1340" h="1401" extrusionOk="0">
                  <a:moveTo>
                    <a:pt x="623" y="1"/>
                  </a:moveTo>
                  <a:cubicBezTo>
                    <a:pt x="540" y="1"/>
                    <a:pt x="457" y="3"/>
                    <a:pt x="376" y="7"/>
                  </a:cubicBezTo>
                  <a:cubicBezTo>
                    <a:pt x="161" y="7"/>
                    <a:pt x="28" y="140"/>
                    <a:pt x="10" y="355"/>
                  </a:cubicBezTo>
                  <a:cubicBezTo>
                    <a:pt x="1" y="471"/>
                    <a:pt x="10" y="595"/>
                    <a:pt x="10" y="711"/>
                  </a:cubicBezTo>
                  <a:lnTo>
                    <a:pt x="1" y="711"/>
                  </a:lnTo>
                  <a:cubicBezTo>
                    <a:pt x="1" y="810"/>
                    <a:pt x="1" y="917"/>
                    <a:pt x="1" y="1015"/>
                  </a:cubicBezTo>
                  <a:cubicBezTo>
                    <a:pt x="1" y="1033"/>
                    <a:pt x="1" y="1050"/>
                    <a:pt x="1" y="1059"/>
                  </a:cubicBezTo>
                  <a:cubicBezTo>
                    <a:pt x="10" y="1229"/>
                    <a:pt x="108" y="1354"/>
                    <a:pt x="260" y="1389"/>
                  </a:cubicBezTo>
                  <a:cubicBezTo>
                    <a:pt x="290" y="1397"/>
                    <a:pt x="318" y="1401"/>
                    <a:pt x="344" y="1401"/>
                  </a:cubicBezTo>
                  <a:cubicBezTo>
                    <a:pt x="437" y="1401"/>
                    <a:pt x="495" y="1348"/>
                    <a:pt x="509" y="1229"/>
                  </a:cubicBezTo>
                  <a:cubicBezTo>
                    <a:pt x="518" y="1122"/>
                    <a:pt x="509" y="1006"/>
                    <a:pt x="518" y="899"/>
                  </a:cubicBezTo>
                  <a:cubicBezTo>
                    <a:pt x="545" y="685"/>
                    <a:pt x="661" y="569"/>
                    <a:pt x="875" y="560"/>
                  </a:cubicBezTo>
                  <a:cubicBezTo>
                    <a:pt x="929" y="560"/>
                    <a:pt x="986" y="564"/>
                    <a:pt x="1045" y="564"/>
                  </a:cubicBezTo>
                  <a:cubicBezTo>
                    <a:pt x="1074" y="564"/>
                    <a:pt x="1104" y="563"/>
                    <a:pt x="1134" y="560"/>
                  </a:cubicBezTo>
                  <a:cubicBezTo>
                    <a:pt x="1277" y="551"/>
                    <a:pt x="1339" y="471"/>
                    <a:pt x="1312" y="319"/>
                  </a:cubicBezTo>
                  <a:cubicBezTo>
                    <a:pt x="1286" y="149"/>
                    <a:pt x="1161" y="33"/>
                    <a:pt x="973" y="16"/>
                  </a:cubicBezTo>
                  <a:cubicBezTo>
                    <a:pt x="858" y="5"/>
                    <a:pt x="740" y="1"/>
                    <a:pt x="6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9"/>
            <p:cNvSpPr/>
            <p:nvPr/>
          </p:nvSpPr>
          <p:spPr>
            <a:xfrm>
              <a:off x="8701156" y="4702990"/>
              <a:ext cx="150370" cy="153757"/>
            </a:xfrm>
            <a:custGeom>
              <a:avLst/>
              <a:gdLst/>
              <a:ahLst/>
              <a:cxnLst/>
              <a:rect l="l" t="t" r="r" b="b"/>
              <a:pathLst>
                <a:path w="1375" h="1406" extrusionOk="0">
                  <a:moveTo>
                    <a:pt x="539" y="0"/>
                  </a:moveTo>
                  <a:cubicBezTo>
                    <a:pt x="482" y="0"/>
                    <a:pt x="424" y="2"/>
                    <a:pt x="366" y="4"/>
                  </a:cubicBezTo>
                  <a:cubicBezTo>
                    <a:pt x="161" y="13"/>
                    <a:pt x="45" y="146"/>
                    <a:pt x="36" y="361"/>
                  </a:cubicBezTo>
                  <a:cubicBezTo>
                    <a:pt x="27" y="477"/>
                    <a:pt x="27" y="593"/>
                    <a:pt x="27" y="709"/>
                  </a:cubicBezTo>
                  <a:lnTo>
                    <a:pt x="9" y="709"/>
                  </a:lnTo>
                  <a:cubicBezTo>
                    <a:pt x="9" y="824"/>
                    <a:pt x="0" y="932"/>
                    <a:pt x="9" y="1039"/>
                  </a:cubicBezTo>
                  <a:cubicBezTo>
                    <a:pt x="27" y="1217"/>
                    <a:pt x="125" y="1351"/>
                    <a:pt x="277" y="1395"/>
                  </a:cubicBezTo>
                  <a:cubicBezTo>
                    <a:pt x="303" y="1402"/>
                    <a:pt x="328" y="1405"/>
                    <a:pt x="350" y="1405"/>
                  </a:cubicBezTo>
                  <a:cubicBezTo>
                    <a:pt x="450" y="1405"/>
                    <a:pt x="511" y="1341"/>
                    <a:pt x="518" y="1217"/>
                  </a:cubicBezTo>
                  <a:cubicBezTo>
                    <a:pt x="527" y="1119"/>
                    <a:pt x="518" y="1012"/>
                    <a:pt x="536" y="914"/>
                  </a:cubicBezTo>
                  <a:cubicBezTo>
                    <a:pt x="554" y="682"/>
                    <a:pt x="678" y="566"/>
                    <a:pt x="919" y="557"/>
                  </a:cubicBezTo>
                  <a:lnTo>
                    <a:pt x="1107" y="557"/>
                  </a:lnTo>
                  <a:cubicBezTo>
                    <a:pt x="1303" y="548"/>
                    <a:pt x="1374" y="459"/>
                    <a:pt x="1321" y="271"/>
                  </a:cubicBezTo>
                  <a:cubicBezTo>
                    <a:pt x="1276" y="138"/>
                    <a:pt x="1187" y="39"/>
                    <a:pt x="1053" y="31"/>
                  </a:cubicBezTo>
                  <a:cubicBezTo>
                    <a:pt x="879" y="10"/>
                    <a:pt x="710" y="0"/>
                    <a:pt x="5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9"/>
            <p:cNvSpPr/>
            <p:nvPr/>
          </p:nvSpPr>
          <p:spPr>
            <a:xfrm>
              <a:off x="1800747" y="4665371"/>
              <a:ext cx="167977" cy="138556"/>
            </a:xfrm>
            <a:custGeom>
              <a:avLst/>
              <a:gdLst/>
              <a:ahLst/>
              <a:cxnLst/>
              <a:rect l="l" t="t" r="r" b="b"/>
              <a:pathLst>
                <a:path w="1536" h="1267" extrusionOk="0">
                  <a:moveTo>
                    <a:pt x="1052" y="0"/>
                  </a:moveTo>
                  <a:cubicBezTo>
                    <a:pt x="1027" y="0"/>
                    <a:pt x="1000" y="3"/>
                    <a:pt x="973" y="9"/>
                  </a:cubicBezTo>
                  <a:cubicBezTo>
                    <a:pt x="741" y="62"/>
                    <a:pt x="509" y="116"/>
                    <a:pt x="286" y="178"/>
                  </a:cubicBezTo>
                  <a:cubicBezTo>
                    <a:pt x="162" y="214"/>
                    <a:pt x="81" y="303"/>
                    <a:pt x="46" y="428"/>
                  </a:cubicBezTo>
                  <a:cubicBezTo>
                    <a:pt x="0" y="608"/>
                    <a:pt x="63" y="706"/>
                    <a:pt x="217" y="706"/>
                  </a:cubicBezTo>
                  <a:cubicBezTo>
                    <a:pt x="246" y="706"/>
                    <a:pt x="278" y="703"/>
                    <a:pt x="313" y="696"/>
                  </a:cubicBezTo>
                  <a:cubicBezTo>
                    <a:pt x="340" y="696"/>
                    <a:pt x="376" y="678"/>
                    <a:pt x="402" y="669"/>
                  </a:cubicBezTo>
                  <a:cubicBezTo>
                    <a:pt x="511" y="643"/>
                    <a:pt x="598" y="628"/>
                    <a:pt x="669" y="628"/>
                  </a:cubicBezTo>
                  <a:cubicBezTo>
                    <a:pt x="866" y="628"/>
                    <a:pt x="942" y="742"/>
                    <a:pt x="1027" y="1044"/>
                  </a:cubicBezTo>
                  <a:cubicBezTo>
                    <a:pt x="1027" y="1053"/>
                    <a:pt x="1027" y="1061"/>
                    <a:pt x="1027" y="1070"/>
                  </a:cubicBezTo>
                  <a:cubicBezTo>
                    <a:pt x="1070" y="1199"/>
                    <a:pt x="1142" y="1267"/>
                    <a:pt x="1228" y="1267"/>
                  </a:cubicBezTo>
                  <a:cubicBezTo>
                    <a:pt x="1284" y="1267"/>
                    <a:pt x="1347" y="1238"/>
                    <a:pt x="1410" y="1177"/>
                  </a:cubicBezTo>
                  <a:cubicBezTo>
                    <a:pt x="1491" y="1097"/>
                    <a:pt x="1535" y="1008"/>
                    <a:pt x="1526" y="856"/>
                  </a:cubicBezTo>
                  <a:cubicBezTo>
                    <a:pt x="1482" y="669"/>
                    <a:pt x="1428" y="437"/>
                    <a:pt x="1357" y="214"/>
                  </a:cubicBezTo>
                  <a:cubicBezTo>
                    <a:pt x="1312" y="79"/>
                    <a:pt x="1191" y="0"/>
                    <a:pt x="10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9"/>
            <p:cNvSpPr/>
            <p:nvPr/>
          </p:nvSpPr>
          <p:spPr>
            <a:xfrm>
              <a:off x="1856520" y="4553935"/>
              <a:ext cx="170711" cy="137900"/>
            </a:xfrm>
            <a:custGeom>
              <a:avLst/>
              <a:gdLst/>
              <a:ahLst/>
              <a:cxnLst/>
              <a:rect l="l" t="t" r="r" b="b"/>
              <a:pathLst>
                <a:path w="1561" h="1261" extrusionOk="0">
                  <a:moveTo>
                    <a:pt x="1055" y="0"/>
                  </a:moveTo>
                  <a:cubicBezTo>
                    <a:pt x="1023" y="0"/>
                    <a:pt x="989" y="4"/>
                    <a:pt x="954" y="11"/>
                  </a:cubicBezTo>
                  <a:cubicBezTo>
                    <a:pt x="731" y="55"/>
                    <a:pt x="517" y="109"/>
                    <a:pt x="294" y="171"/>
                  </a:cubicBezTo>
                  <a:cubicBezTo>
                    <a:pt x="178" y="207"/>
                    <a:pt x="89" y="287"/>
                    <a:pt x="53" y="412"/>
                  </a:cubicBezTo>
                  <a:cubicBezTo>
                    <a:pt x="0" y="563"/>
                    <a:pt x="75" y="714"/>
                    <a:pt x="218" y="714"/>
                  </a:cubicBezTo>
                  <a:cubicBezTo>
                    <a:pt x="244" y="714"/>
                    <a:pt x="272" y="709"/>
                    <a:pt x="303" y="698"/>
                  </a:cubicBezTo>
                  <a:cubicBezTo>
                    <a:pt x="419" y="653"/>
                    <a:pt x="535" y="644"/>
                    <a:pt x="615" y="626"/>
                  </a:cubicBezTo>
                  <a:cubicBezTo>
                    <a:pt x="811" y="626"/>
                    <a:pt x="927" y="716"/>
                    <a:pt x="981" y="876"/>
                  </a:cubicBezTo>
                  <a:cubicBezTo>
                    <a:pt x="1008" y="956"/>
                    <a:pt x="1025" y="1046"/>
                    <a:pt x="1052" y="1126"/>
                  </a:cubicBezTo>
                  <a:cubicBezTo>
                    <a:pt x="1085" y="1217"/>
                    <a:pt x="1140" y="1260"/>
                    <a:pt x="1217" y="1260"/>
                  </a:cubicBezTo>
                  <a:cubicBezTo>
                    <a:pt x="1245" y="1260"/>
                    <a:pt x="1277" y="1254"/>
                    <a:pt x="1311" y="1242"/>
                  </a:cubicBezTo>
                  <a:cubicBezTo>
                    <a:pt x="1462" y="1179"/>
                    <a:pt x="1561" y="1010"/>
                    <a:pt x="1525" y="831"/>
                  </a:cubicBezTo>
                  <a:cubicBezTo>
                    <a:pt x="1489" y="644"/>
                    <a:pt x="1436" y="466"/>
                    <a:pt x="1391" y="278"/>
                  </a:cubicBezTo>
                  <a:cubicBezTo>
                    <a:pt x="1339" y="98"/>
                    <a:pt x="1223" y="0"/>
                    <a:pt x="10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9"/>
            <p:cNvSpPr/>
            <p:nvPr/>
          </p:nvSpPr>
          <p:spPr>
            <a:xfrm>
              <a:off x="3122672" y="379732"/>
              <a:ext cx="157260" cy="147414"/>
            </a:xfrm>
            <a:custGeom>
              <a:avLst/>
              <a:gdLst/>
              <a:ahLst/>
              <a:cxnLst/>
              <a:rect l="l" t="t" r="r" b="b"/>
              <a:pathLst>
                <a:path w="1438" h="1348" extrusionOk="0">
                  <a:moveTo>
                    <a:pt x="521" y="1"/>
                  </a:moveTo>
                  <a:cubicBezTo>
                    <a:pt x="361" y="1"/>
                    <a:pt x="235" y="97"/>
                    <a:pt x="188" y="267"/>
                  </a:cubicBezTo>
                  <a:cubicBezTo>
                    <a:pt x="126" y="490"/>
                    <a:pt x="81" y="713"/>
                    <a:pt x="28" y="936"/>
                  </a:cubicBezTo>
                  <a:cubicBezTo>
                    <a:pt x="1" y="1096"/>
                    <a:pt x="63" y="1212"/>
                    <a:pt x="197" y="1301"/>
                  </a:cubicBezTo>
                  <a:cubicBezTo>
                    <a:pt x="243" y="1332"/>
                    <a:pt x="286" y="1347"/>
                    <a:pt x="325" y="1347"/>
                  </a:cubicBezTo>
                  <a:cubicBezTo>
                    <a:pt x="398" y="1347"/>
                    <a:pt x="453" y="1294"/>
                    <a:pt x="483" y="1194"/>
                  </a:cubicBezTo>
                  <a:cubicBezTo>
                    <a:pt x="518" y="1096"/>
                    <a:pt x="527" y="998"/>
                    <a:pt x="563" y="900"/>
                  </a:cubicBezTo>
                  <a:cubicBezTo>
                    <a:pt x="618" y="720"/>
                    <a:pt x="727" y="636"/>
                    <a:pt x="898" y="636"/>
                  </a:cubicBezTo>
                  <a:cubicBezTo>
                    <a:pt x="922" y="636"/>
                    <a:pt x="947" y="638"/>
                    <a:pt x="973" y="641"/>
                  </a:cubicBezTo>
                  <a:cubicBezTo>
                    <a:pt x="1045" y="650"/>
                    <a:pt x="1107" y="677"/>
                    <a:pt x="1179" y="686"/>
                  </a:cubicBezTo>
                  <a:cubicBezTo>
                    <a:pt x="1202" y="689"/>
                    <a:pt x="1223" y="691"/>
                    <a:pt x="1243" y="691"/>
                  </a:cubicBezTo>
                  <a:cubicBezTo>
                    <a:pt x="1371" y="691"/>
                    <a:pt x="1437" y="618"/>
                    <a:pt x="1437" y="472"/>
                  </a:cubicBezTo>
                  <a:cubicBezTo>
                    <a:pt x="1428" y="320"/>
                    <a:pt x="1339" y="186"/>
                    <a:pt x="1179" y="142"/>
                  </a:cubicBezTo>
                  <a:cubicBezTo>
                    <a:pt x="982" y="88"/>
                    <a:pt x="795" y="44"/>
                    <a:pt x="599" y="8"/>
                  </a:cubicBezTo>
                  <a:cubicBezTo>
                    <a:pt x="572" y="3"/>
                    <a:pt x="546" y="1"/>
                    <a:pt x="5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9"/>
            <p:cNvSpPr/>
            <p:nvPr/>
          </p:nvSpPr>
          <p:spPr>
            <a:xfrm>
              <a:off x="4277825" y="1384406"/>
              <a:ext cx="75240" cy="73270"/>
            </a:xfrm>
            <a:custGeom>
              <a:avLst/>
              <a:gdLst/>
              <a:ahLst/>
              <a:cxnLst/>
              <a:rect l="l" t="t" r="r" b="b"/>
              <a:pathLst>
                <a:path w="688" h="670" extrusionOk="0">
                  <a:moveTo>
                    <a:pt x="348" y="1"/>
                  </a:moveTo>
                  <a:cubicBezTo>
                    <a:pt x="143" y="1"/>
                    <a:pt x="0" y="143"/>
                    <a:pt x="0" y="340"/>
                  </a:cubicBezTo>
                  <a:cubicBezTo>
                    <a:pt x="0" y="545"/>
                    <a:pt x="143" y="670"/>
                    <a:pt x="357" y="670"/>
                  </a:cubicBezTo>
                  <a:cubicBezTo>
                    <a:pt x="554" y="670"/>
                    <a:pt x="687" y="545"/>
                    <a:pt x="687" y="348"/>
                  </a:cubicBezTo>
                  <a:cubicBezTo>
                    <a:pt x="687" y="152"/>
                    <a:pt x="545" y="9"/>
                    <a:pt x="348" y="1"/>
                  </a:cubicBezTo>
                  <a:close/>
                </a:path>
              </a:pathLst>
            </a:custGeom>
            <a:solidFill>
              <a:srgbClr val="FF3E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9"/>
            <p:cNvSpPr/>
            <p:nvPr/>
          </p:nvSpPr>
          <p:spPr>
            <a:xfrm>
              <a:off x="5410451" y="4464261"/>
              <a:ext cx="71412" cy="78191"/>
            </a:xfrm>
            <a:custGeom>
              <a:avLst/>
              <a:gdLst/>
              <a:ahLst/>
              <a:cxnLst/>
              <a:rect l="l" t="t" r="r" b="b"/>
              <a:pathLst>
                <a:path w="653" h="715" extrusionOk="0">
                  <a:moveTo>
                    <a:pt x="336" y="1"/>
                  </a:moveTo>
                  <a:cubicBezTo>
                    <a:pt x="331" y="1"/>
                    <a:pt x="327" y="1"/>
                    <a:pt x="322" y="1"/>
                  </a:cubicBezTo>
                  <a:cubicBezTo>
                    <a:pt x="152" y="1"/>
                    <a:pt x="19" y="162"/>
                    <a:pt x="10" y="376"/>
                  </a:cubicBezTo>
                  <a:cubicBezTo>
                    <a:pt x="1" y="563"/>
                    <a:pt x="135" y="715"/>
                    <a:pt x="322" y="715"/>
                  </a:cubicBezTo>
                  <a:cubicBezTo>
                    <a:pt x="509" y="715"/>
                    <a:pt x="652" y="572"/>
                    <a:pt x="652" y="385"/>
                  </a:cubicBezTo>
                  <a:cubicBezTo>
                    <a:pt x="652" y="167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9"/>
            <p:cNvSpPr/>
            <p:nvPr/>
          </p:nvSpPr>
          <p:spPr>
            <a:xfrm>
              <a:off x="8661141" y="419212"/>
              <a:ext cx="68459" cy="68458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07" y="0"/>
                  </a:moveTo>
                  <a:cubicBezTo>
                    <a:pt x="144" y="0"/>
                    <a:pt x="10" y="140"/>
                    <a:pt x="10" y="313"/>
                  </a:cubicBezTo>
                  <a:cubicBezTo>
                    <a:pt x="1" y="483"/>
                    <a:pt x="126" y="616"/>
                    <a:pt x="295" y="625"/>
                  </a:cubicBezTo>
                  <a:cubicBezTo>
                    <a:pt x="301" y="626"/>
                    <a:pt x="307" y="626"/>
                    <a:pt x="313" y="626"/>
                  </a:cubicBezTo>
                  <a:cubicBezTo>
                    <a:pt x="482" y="626"/>
                    <a:pt x="608" y="503"/>
                    <a:pt x="616" y="331"/>
                  </a:cubicBezTo>
                  <a:cubicBezTo>
                    <a:pt x="625" y="153"/>
                    <a:pt x="500" y="1"/>
                    <a:pt x="322" y="1"/>
                  </a:cubicBezTo>
                  <a:cubicBezTo>
                    <a:pt x="317" y="1"/>
                    <a:pt x="312" y="0"/>
                    <a:pt x="3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9"/>
            <p:cNvSpPr/>
            <p:nvPr/>
          </p:nvSpPr>
          <p:spPr>
            <a:xfrm>
              <a:off x="495444" y="1180562"/>
              <a:ext cx="68459" cy="67364"/>
            </a:xfrm>
            <a:custGeom>
              <a:avLst/>
              <a:gdLst/>
              <a:ahLst/>
              <a:cxnLst/>
              <a:rect l="l" t="t" r="r" b="b"/>
              <a:pathLst>
                <a:path w="626" h="616" extrusionOk="0">
                  <a:moveTo>
                    <a:pt x="313" y="0"/>
                  </a:moveTo>
                  <a:cubicBezTo>
                    <a:pt x="152" y="9"/>
                    <a:pt x="1" y="170"/>
                    <a:pt x="9" y="330"/>
                  </a:cubicBezTo>
                  <a:cubicBezTo>
                    <a:pt x="18" y="482"/>
                    <a:pt x="161" y="616"/>
                    <a:pt x="313" y="616"/>
                  </a:cubicBezTo>
                  <a:cubicBezTo>
                    <a:pt x="473" y="616"/>
                    <a:pt x="625" y="455"/>
                    <a:pt x="625" y="286"/>
                  </a:cubicBezTo>
                  <a:cubicBezTo>
                    <a:pt x="625" y="125"/>
                    <a:pt x="482" y="0"/>
                    <a:pt x="3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9"/>
            <p:cNvSpPr/>
            <p:nvPr/>
          </p:nvSpPr>
          <p:spPr>
            <a:xfrm>
              <a:off x="3629001" y="716993"/>
              <a:ext cx="68459" cy="66599"/>
            </a:xfrm>
            <a:custGeom>
              <a:avLst/>
              <a:gdLst/>
              <a:ahLst/>
              <a:cxnLst/>
              <a:rect l="l" t="t" r="r" b="b"/>
              <a:pathLst>
                <a:path w="626" h="609" extrusionOk="0">
                  <a:moveTo>
                    <a:pt x="332" y="0"/>
                  </a:moveTo>
                  <a:cubicBezTo>
                    <a:pt x="323" y="0"/>
                    <a:pt x="313" y="1"/>
                    <a:pt x="304" y="2"/>
                  </a:cubicBezTo>
                  <a:cubicBezTo>
                    <a:pt x="144" y="10"/>
                    <a:pt x="1" y="171"/>
                    <a:pt x="10" y="341"/>
                  </a:cubicBezTo>
                  <a:cubicBezTo>
                    <a:pt x="19" y="487"/>
                    <a:pt x="144" y="609"/>
                    <a:pt x="297" y="609"/>
                  </a:cubicBezTo>
                  <a:cubicBezTo>
                    <a:pt x="302" y="609"/>
                    <a:pt x="308" y="608"/>
                    <a:pt x="313" y="608"/>
                  </a:cubicBezTo>
                  <a:cubicBezTo>
                    <a:pt x="474" y="608"/>
                    <a:pt x="625" y="448"/>
                    <a:pt x="625" y="287"/>
                  </a:cubicBezTo>
                  <a:cubicBezTo>
                    <a:pt x="617" y="136"/>
                    <a:pt x="482" y="0"/>
                    <a:pt x="3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9"/>
            <p:cNvSpPr/>
            <p:nvPr/>
          </p:nvSpPr>
          <p:spPr>
            <a:xfrm>
              <a:off x="404677" y="4199942"/>
              <a:ext cx="67475" cy="67474"/>
            </a:xfrm>
            <a:custGeom>
              <a:avLst/>
              <a:gdLst/>
              <a:ahLst/>
              <a:cxnLst/>
              <a:rect l="l" t="t" r="r" b="b"/>
              <a:pathLst>
                <a:path w="617" h="617" extrusionOk="0">
                  <a:moveTo>
                    <a:pt x="319" y="0"/>
                  </a:moveTo>
                  <a:cubicBezTo>
                    <a:pt x="314" y="0"/>
                    <a:pt x="309" y="0"/>
                    <a:pt x="304" y="1"/>
                  </a:cubicBezTo>
                  <a:cubicBezTo>
                    <a:pt x="153" y="9"/>
                    <a:pt x="10" y="152"/>
                    <a:pt x="1" y="313"/>
                  </a:cubicBezTo>
                  <a:cubicBezTo>
                    <a:pt x="1" y="482"/>
                    <a:pt x="135" y="616"/>
                    <a:pt x="304" y="616"/>
                  </a:cubicBezTo>
                  <a:cubicBezTo>
                    <a:pt x="474" y="607"/>
                    <a:pt x="616" y="464"/>
                    <a:pt x="616" y="295"/>
                  </a:cubicBezTo>
                  <a:cubicBezTo>
                    <a:pt x="616" y="139"/>
                    <a:pt x="474" y="0"/>
                    <a:pt x="3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9"/>
            <p:cNvSpPr/>
            <p:nvPr/>
          </p:nvSpPr>
          <p:spPr>
            <a:xfrm>
              <a:off x="292475" y="1441928"/>
              <a:ext cx="67475" cy="66489"/>
            </a:xfrm>
            <a:custGeom>
              <a:avLst/>
              <a:gdLst/>
              <a:ahLst/>
              <a:cxnLst/>
              <a:rect l="l" t="t" r="r" b="b"/>
              <a:pathLst>
                <a:path w="617" h="608" extrusionOk="0">
                  <a:moveTo>
                    <a:pt x="309" y="0"/>
                  </a:moveTo>
                  <a:cubicBezTo>
                    <a:pt x="162" y="0"/>
                    <a:pt x="10" y="148"/>
                    <a:pt x="1" y="313"/>
                  </a:cubicBezTo>
                  <a:cubicBezTo>
                    <a:pt x="1" y="474"/>
                    <a:pt x="135" y="607"/>
                    <a:pt x="295" y="607"/>
                  </a:cubicBezTo>
                  <a:cubicBezTo>
                    <a:pt x="456" y="607"/>
                    <a:pt x="608" y="456"/>
                    <a:pt x="608" y="286"/>
                  </a:cubicBezTo>
                  <a:cubicBezTo>
                    <a:pt x="617" y="144"/>
                    <a:pt x="474" y="10"/>
                    <a:pt x="322" y="1"/>
                  </a:cubicBezTo>
                  <a:cubicBezTo>
                    <a:pt x="318" y="1"/>
                    <a:pt x="314" y="0"/>
                    <a:pt x="3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9"/>
            <p:cNvSpPr/>
            <p:nvPr/>
          </p:nvSpPr>
          <p:spPr>
            <a:xfrm>
              <a:off x="8052332" y="4898413"/>
              <a:ext cx="52821" cy="62662"/>
            </a:xfrm>
            <a:custGeom>
              <a:avLst/>
              <a:gdLst/>
              <a:ahLst/>
              <a:cxnLst/>
              <a:rect l="l" t="t" r="r" b="b"/>
              <a:pathLst>
                <a:path w="483" h="573" extrusionOk="0">
                  <a:moveTo>
                    <a:pt x="242" y="1"/>
                  </a:moveTo>
                  <a:cubicBezTo>
                    <a:pt x="99" y="10"/>
                    <a:pt x="1" y="117"/>
                    <a:pt x="1" y="269"/>
                  </a:cubicBezTo>
                  <a:cubicBezTo>
                    <a:pt x="1" y="447"/>
                    <a:pt x="90" y="572"/>
                    <a:pt x="233" y="572"/>
                  </a:cubicBezTo>
                  <a:cubicBezTo>
                    <a:pt x="238" y="572"/>
                    <a:pt x="243" y="572"/>
                    <a:pt x="248" y="572"/>
                  </a:cubicBezTo>
                  <a:cubicBezTo>
                    <a:pt x="391" y="572"/>
                    <a:pt x="483" y="450"/>
                    <a:pt x="483" y="269"/>
                  </a:cubicBezTo>
                  <a:cubicBezTo>
                    <a:pt x="483" y="117"/>
                    <a:pt x="376" y="1"/>
                    <a:pt x="2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9"/>
            <p:cNvSpPr/>
            <p:nvPr/>
          </p:nvSpPr>
          <p:spPr>
            <a:xfrm>
              <a:off x="5013370" y="4458465"/>
              <a:ext cx="47025" cy="48008"/>
            </a:xfrm>
            <a:custGeom>
              <a:avLst/>
              <a:gdLst/>
              <a:ahLst/>
              <a:cxnLst/>
              <a:rect l="l" t="t" r="r" b="b"/>
              <a:pathLst>
                <a:path w="430" h="439" extrusionOk="0">
                  <a:moveTo>
                    <a:pt x="206" y="1"/>
                  </a:moveTo>
                  <a:cubicBezTo>
                    <a:pt x="90" y="10"/>
                    <a:pt x="1" y="108"/>
                    <a:pt x="10" y="241"/>
                  </a:cubicBezTo>
                  <a:cubicBezTo>
                    <a:pt x="10" y="360"/>
                    <a:pt x="82" y="438"/>
                    <a:pt x="196" y="438"/>
                  </a:cubicBezTo>
                  <a:cubicBezTo>
                    <a:pt x="203" y="438"/>
                    <a:pt x="209" y="438"/>
                    <a:pt x="215" y="438"/>
                  </a:cubicBezTo>
                  <a:cubicBezTo>
                    <a:pt x="340" y="438"/>
                    <a:pt x="429" y="331"/>
                    <a:pt x="420" y="206"/>
                  </a:cubicBezTo>
                  <a:cubicBezTo>
                    <a:pt x="420" y="90"/>
                    <a:pt x="322" y="1"/>
                    <a:pt x="2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9"/>
            <p:cNvSpPr/>
            <p:nvPr/>
          </p:nvSpPr>
          <p:spPr>
            <a:xfrm>
              <a:off x="4470952" y="1206808"/>
              <a:ext cx="47025" cy="44071"/>
            </a:xfrm>
            <a:custGeom>
              <a:avLst/>
              <a:gdLst/>
              <a:ahLst/>
              <a:cxnLst/>
              <a:rect l="l" t="t" r="r" b="b"/>
              <a:pathLst>
                <a:path w="430" h="403" extrusionOk="0">
                  <a:moveTo>
                    <a:pt x="215" y="1"/>
                  </a:moveTo>
                  <a:cubicBezTo>
                    <a:pt x="108" y="1"/>
                    <a:pt x="19" y="72"/>
                    <a:pt x="10" y="179"/>
                  </a:cubicBezTo>
                  <a:cubicBezTo>
                    <a:pt x="1" y="304"/>
                    <a:pt x="99" y="402"/>
                    <a:pt x="233" y="402"/>
                  </a:cubicBezTo>
                  <a:cubicBezTo>
                    <a:pt x="349" y="402"/>
                    <a:pt x="429" y="322"/>
                    <a:pt x="429" y="215"/>
                  </a:cubicBezTo>
                  <a:cubicBezTo>
                    <a:pt x="429" y="99"/>
                    <a:pt x="340" y="10"/>
                    <a:pt x="215" y="1"/>
                  </a:cubicBezTo>
                  <a:close/>
                </a:path>
              </a:pathLst>
            </a:custGeom>
            <a:solidFill>
              <a:srgbClr val="FF3E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9"/>
            <p:cNvSpPr/>
            <p:nvPr/>
          </p:nvSpPr>
          <p:spPr>
            <a:xfrm>
              <a:off x="308113" y="1224415"/>
              <a:ext cx="42104" cy="40134"/>
            </a:xfrm>
            <a:custGeom>
              <a:avLst/>
              <a:gdLst/>
              <a:ahLst/>
              <a:cxnLst/>
              <a:rect l="l" t="t" r="r" b="b"/>
              <a:pathLst>
                <a:path w="385" h="367" extrusionOk="0">
                  <a:moveTo>
                    <a:pt x="206" y="0"/>
                  </a:moveTo>
                  <a:cubicBezTo>
                    <a:pt x="108" y="0"/>
                    <a:pt x="19" y="81"/>
                    <a:pt x="10" y="179"/>
                  </a:cubicBezTo>
                  <a:cubicBezTo>
                    <a:pt x="1" y="268"/>
                    <a:pt x="72" y="357"/>
                    <a:pt x="179" y="366"/>
                  </a:cubicBezTo>
                  <a:cubicBezTo>
                    <a:pt x="184" y="367"/>
                    <a:pt x="188" y="367"/>
                    <a:pt x="193" y="367"/>
                  </a:cubicBezTo>
                  <a:cubicBezTo>
                    <a:pt x="286" y="367"/>
                    <a:pt x="376" y="281"/>
                    <a:pt x="384" y="179"/>
                  </a:cubicBezTo>
                  <a:cubicBezTo>
                    <a:pt x="384" y="90"/>
                    <a:pt x="295" y="0"/>
                    <a:pt x="2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9"/>
            <p:cNvSpPr/>
            <p:nvPr/>
          </p:nvSpPr>
          <p:spPr>
            <a:xfrm>
              <a:off x="3376383" y="761939"/>
              <a:ext cx="42104" cy="39150"/>
            </a:xfrm>
            <a:custGeom>
              <a:avLst/>
              <a:gdLst/>
              <a:ahLst/>
              <a:cxnLst/>
              <a:rect l="l" t="t" r="r" b="b"/>
              <a:pathLst>
                <a:path w="385" h="358" extrusionOk="0">
                  <a:moveTo>
                    <a:pt x="197" y="1"/>
                  </a:moveTo>
                  <a:cubicBezTo>
                    <a:pt x="107" y="1"/>
                    <a:pt x="18" y="72"/>
                    <a:pt x="9" y="170"/>
                  </a:cubicBezTo>
                  <a:cubicBezTo>
                    <a:pt x="0" y="269"/>
                    <a:pt x="72" y="349"/>
                    <a:pt x="179" y="358"/>
                  </a:cubicBezTo>
                  <a:cubicBezTo>
                    <a:pt x="268" y="358"/>
                    <a:pt x="375" y="269"/>
                    <a:pt x="384" y="170"/>
                  </a:cubicBezTo>
                  <a:cubicBezTo>
                    <a:pt x="384" y="81"/>
                    <a:pt x="295" y="1"/>
                    <a:pt x="1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9"/>
            <p:cNvSpPr/>
            <p:nvPr/>
          </p:nvSpPr>
          <p:spPr>
            <a:xfrm>
              <a:off x="3629003" y="4569275"/>
              <a:ext cx="68459" cy="68458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07" y="0"/>
                  </a:moveTo>
                  <a:cubicBezTo>
                    <a:pt x="144" y="0"/>
                    <a:pt x="10" y="140"/>
                    <a:pt x="10" y="313"/>
                  </a:cubicBezTo>
                  <a:cubicBezTo>
                    <a:pt x="1" y="483"/>
                    <a:pt x="126" y="616"/>
                    <a:pt x="295" y="625"/>
                  </a:cubicBezTo>
                  <a:cubicBezTo>
                    <a:pt x="301" y="626"/>
                    <a:pt x="307" y="626"/>
                    <a:pt x="313" y="626"/>
                  </a:cubicBezTo>
                  <a:cubicBezTo>
                    <a:pt x="482" y="626"/>
                    <a:pt x="608" y="503"/>
                    <a:pt x="616" y="331"/>
                  </a:cubicBezTo>
                  <a:cubicBezTo>
                    <a:pt x="625" y="153"/>
                    <a:pt x="500" y="1"/>
                    <a:pt x="322" y="1"/>
                  </a:cubicBezTo>
                  <a:cubicBezTo>
                    <a:pt x="317" y="1"/>
                    <a:pt x="312" y="0"/>
                    <a:pt x="3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>
              <a:off x="3880978" y="4469125"/>
              <a:ext cx="68459" cy="68458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07" y="0"/>
                  </a:moveTo>
                  <a:cubicBezTo>
                    <a:pt x="144" y="0"/>
                    <a:pt x="10" y="140"/>
                    <a:pt x="10" y="313"/>
                  </a:cubicBezTo>
                  <a:cubicBezTo>
                    <a:pt x="1" y="483"/>
                    <a:pt x="126" y="616"/>
                    <a:pt x="295" y="625"/>
                  </a:cubicBezTo>
                  <a:cubicBezTo>
                    <a:pt x="301" y="626"/>
                    <a:pt x="307" y="626"/>
                    <a:pt x="313" y="626"/>
                  </a:cubicBezTo>
                  <a:cubicBezTo>
                    <a:pt x="482" y="626"/>
                    <a:pt x="608" y="503"/>
                    <a:pt x="616" y="331"/>
                  </a:cubicBezTo>
                  <a:cubicBezTo>
                    <a:pt x="625" y="153"/>
                    <a:pt x="500" y="1"/>
                    <a:pt x="322" y="1"/>
                  </a:cubicBezTo>
                  <a:cubicBezTo>
                    <a:pt x="317" y="1"/>
                    <a:pt x="312" y="0"/>
                    <a:pt x="3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9"/>
            <p:cNvSpPr/>
            <p:nvPr/>
          </p:nvSpPr>
          <p:spPr>
            <a:xfrm>
              <a:off x="3812528" y="4047975"/>
              <a:ext cx="68459" cy="68458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07" y="0"/>
                  </a:moveTo>
                  <a:cubicBezTo>
                    <a:pt x="144" y="0"/>
                    <a:pt x="10" y="140"/>
                    <a:pt x="10" y="313"/>
                  </a:cubicBezTo>
                  <a:cubicBezTo>
                    <a:pt x="1" y="483"/>
                    <a:pt x="126" y="616"/>
                    <a:pt x="295" y="625"/>
                  </a:cubicBezTo>
                  <a:cubicBezTo>
                    <a:pt x="301" y="626"/>
                    <a:pt x="307" y="626"/>
                    <a:pt x="313" y="626"/>
                  </a:cubicBezTo>
                  <a:cubicBezTo>
                    <a:pt x="482" y="626"/>
                    <a:pt x="608" y="503"/>
                    <a:pt x="616" y="331"/>
                  </a:cubicBezTo>
                  <a:cubicBezTo>
                    <a:pt x="625" y="153"/>
                    <a:pt x="500" y="1"/>
                    <a:pt x="322" y="1"/>
                  </a:cubicBezTo>
                  <a:cubicBezTo>
                    <a:pt x="317" y="1"/>
                    <a:pt x="312" y="0"/>
                    <a:pt x="3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9"/>
            <p:cNvSpPr/>
            <p:nvPr/>
          </p:nvSpPr>
          <p:spPr>
            <a:xfrm>
              <a:off x="987753" y="648550"/>
              <a:ext cx="68459" cy="68458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07" y="0"/>
                  </a:moveTo>
                  <a:cubicBezTo>
                    <a:pt x="144" y="0"/>
                    <a:pt x="10" y="140"/>
                    <a:pt x="10" y="313"/>
                  </a:cubicBezTo>
                  <a:cubicBezTo>
                    <a:pt x="1" y="483"/>
                    <a:pt x="126" y="616"/>
                    <a:pt x="295" y="625"/>
                  </a:cubicBezTo>
                  <a:cubicBezTo>
                    <a:pt x="301" y="626"/>
                    <a:pt x="307" y="626"/>
                    <a:pt x="313" y="626"/>
                  </a:cubicBezTo>
                  <a:cubicBezTo>
                    <a:pt x="482" y="626"/>
                    <a:pt x="608" y="503"/>
                    <a:pt x="616" y="331"/>
                  </a:cubicBezTo>
                  <a:cubicBezTo>
                    <a:pt x="625" y="153"/>
                    <a:pt x="500" y="1"/>
                    <a:pt x="322" y="1"/>
                  </a:cubicBezTo>
                  <a:cubicBezTo>
                    <a:pt x="317" y="1"/>
                    <a:pt x="312" y="0"/>
                    <a:pt x="3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9"/>
            <p:cNvSpPr/>
            <p:nvPr/>
          </p:nvSpPr>
          <p:spPr>
            <a:xfrm>
              <a:off x="787928" y="1180012"/>
              <a:ext cx="68459" cy="68458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07" y="0"/>
                  </a:moveTo>
                  <a:cubicBezTo>
                    <a:pt x="144" y="0"/>
                    <a:pt x="10" y="140"/>
                    <a:pt x="10" y="313"/>
                  </a:cubicBezTo>
                  <a:cubicBezTo>
                    <a:pt x="1" y="483"/>
                    <a:pt x="126" y="616"/>
                    <a:pt x="295" y="625"/>
                  </a:cubicBezTo>
                  <a:cubicBezTo>
                    <a:pt x="301" y="626"/>
                    <a:pt x="307" y="626"/>
                    <a:pt x="313" y="626"/>
                  </a:cubicBezTo>
                  <a:cubicBezTo>
                    <a:pt x="482" y="626"/>
                    <a:pt x="608" y="503"/>
                    <a:pt x="616" y="331"/>
                  </a:cubicBezTo>
                  <a:cubicBezTo>
                    <a:pt x="625" y="153"/>
                    <a:pt x="500" y="1"/>
                    <a:pt x="322" y="1"/>
                  </a:cubicBezTo>
                  <a:cubicBezTo>
                    <a:pt x="317" y="1"/>
                    <a:pt x="312" y="0"/>
                    <a:pt x="3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9"/>
            <p:cNvSpPr/>
            <p:nvPr/>
          </p:nvSpPr>
          <p:spPr>
            <a:xfrm>
              <a:off x="4845378" y="540000"/>
              <a:ext cx="68459" cy="68458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07" y="0"/>
                  </a:moveTo>
                  <a:cubicBezTo>
                    <a:pt x="144" y="0"/>
                    <a:pt x="10" y="140"/>
                    <a:pt x="10" y="313"/>
                  </a:cubicBezTo>
                  <a:cubicBezTo>
                    <a:pt x="1" y="483"/>
                    <a:pt x="126" y="616"/>
                    <a:pt x="295" y="625"/>
                  </a:cubicBezTo>
                  <a:cubicBezTo>
                    <a:pt x="301" y="626"/>
                    <a:pt x="307" y="626"/>
                    <a:pt x="313" y="626"/>
                  </a:cubicBezTo>
                  <a:cubicBezTo>
                    <a:pt x="482" y="626"/>
                    <a:pt x="608" y="503"/>
                    <a:pt x="616" y="331"/>
                  </a:cubicBezTo>
                  <a:cubicBezTo>
                    <a:pt x="625" y="153"/>
                    <a:pt x="500" y="1"/>
                    <a:pt x="322" y="1"/>
                  </a:cubicBezTo>
                  <a:cubicBezTo>
                    <a:pt x="317" y="1"/>
                    <a:pt x="312" y="0"/>
                    <a:pt x="3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9"/>
            <p:cNvSpPr/>
            <p:nvPr/>
          </p:nvSpPr>
          <p:spPr>
            <a:xfrm>
              <a:off x="7901713" y="730227"/>
              <a:ext cx="42104" cy="40134"/>
            </a:xfrm>
            <a:custGeom>
              <a:avLst/>
              <a:gdLst/>
              <a:ahLst/>
              <a:cxnLst/>
              <a:rect l="l" t="t" r="r" b="b"/>
              <a:pathLst>
                <a:path w="385" h="367" extrusionOk="0">
                  <a:moveTo>
                    <a:pt x="206" y="0"/>
                  </a:moveTo>
                  <a:cubicBezTo>
                    <a:pt x="108" y="0"/>
                    <a:pt x="19" y="81"/>
                    <a:pt x="10" y="179"/>
                  </a:cubicBezTo>
                  <a:cubicBezTo>
                    <a:pt x="1" y="268"/>
                    <a:pt x="72" y="357"/>
                    <a:pt x="179" y="366"/>
                  </a:cubicBezTo>
                  <a:cubicBezTo>
                    <a:pt x="184" y="367"/>
                    <a:pt x="188" y="367"/>
                    <a:pt x="193" y="367"/>
                  </a:cubicBezTo>
                  <a:cubicBezTo>
                    <a:pt x="286" y="367"/>
                    <a:pt x="376" y="281"/>
                    <a:pt x="384" y="179"/>
                  </a:cubicBezTo>
                  <a:cubicBezTo>
                    <a:pt x="384" y="90"/>
                    <a:pt x="295" y="0"/>
                    <a:pt x="2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9"/>
            <p:cNvSpPr/>
            <p:nvPr/>
          </p:nvSpPr>
          <p:spPr>
            <a:xfrm>
              <a:off x="8105138" y="730240"/>
              <a:ext cx="42104" cy="40134"/>
            </a:xfrm>
            <a:custGeom>
              <a:avLst/>
              <a:gdLst/>
              <a:ahLst/>
              <a:cxnLst/>
              <a:rect l="l" t="t" r="r" b="b"/>
              <a:pathLst>
                <a:path w="385" h="367" extrusionOk="0">
                  <a:moveTo>
                    <a:pt x="206" y="0"/>
                  </a:moveTo>
                  <a:cubicBezTo>
                    <a:pt x="108" y="0"/>
                    <a:pt x="19" y="81"/>
                    <a:pt x="10" y="179"/>
                  </a:cubicBezTo>
                  <a:cubicBezTo>
                    <a:pt x="1" y="268"/>
                    <a:pt x="72" y="357"/>
                    <a:pt x="179" y="366"/>
                  </a:cubicBezTo>
                  <a:cubicBezTo>
                    <a:pt x="184" y="367"/>
                    <a:pt x="188" y="367"/>
                    <a:pt x="193" y="367"/>
                  </a:cubicBezTo>
                  <a:cubicBezTo>
                    <a:pt x="286" y="367"/>
                    <a:pt x="376" y="281"/>
                    <a:pt x="384" y="179"/>
                  </a:cubicBezTo>
                  <a:cubicBezTo>
                    <a:pt x="384" y="90"/>
                    <a:pt x="295" y="0"/>
                    <a:pt x="2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9"/>
            <p:cNvSpPr/>
            <p:nvPr/>
          </p:nvSpPr>
          <p:spPr>
            <a:xfrm>
              <a:off x="7444813" y="4506465"/>
              <a:ext cx="42104" cy="40134"/>
            </a:xfrm>
            <a:custGeom>
              <a:avLst/>
              <a:gdLst/>
              <a:ahLst/>
              <a:cxnLst/>
              <a:rect l="l" t="t" r="r" b="b"/>
              <a:pathLst>
                <a:path w="385" h="367" extrusionOk="0">
                  <a:moveTo>
                    <a:pt x="206" y="0"/>
                  </a:moveTo>
                  <a:cubicBezTo>
                    <a:pt x="108" y="0"/>
                    <a:pt x="19" y="81"/>
                    <a:pt x="10" y="179"/>
                  </a:cubicBezTo>
                  <a:cubicBezTo>
                    <a:pt x="1" y="268"/>
                    <a:pt x="72" y="357"/>
                    <a:pt x="179" y="366"/>
                  </a:cubicBezTo>
                  <a:cubicBezTo>
                    <a:pt x="184" y="367"/>
                    <a:pt x="188" y="367"/>
                    <a:pt x="193" y="367"/>
                  </a:cubicBezTo>
                  <a:cubicBezTo>
                    <a:pt x="286" y="367"/>
                    <a:pt x="376" y="281"/>
                    <a:pt x="384" y="179"/>
                  </a:cubicBezTo>
                  <a:cubicBezTo>
                    <a:pt x="384" y="90"/>
                    <a:pt x="295" y="0"/>
                    <a:pt x="2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9"/>
            <p:cNvSpPr/>
            <p:nvPr/>
          </p:nvSpPr>
          <p:spPr>
            <a:xfrm>
              <a:off x="7583157" y="4703313"/>
              <a:ext cx="52821" cy="62662"/>
            </a:xfrm>
            <a:custGeom>
              <a:avLst/>
              <a:gdLst/>
              <a:ahLst/>
              <a:cxnLst/>
              <a:rect l="l" t="t" r="r" b="b"/>
              <a:pathLst>
                <a:path w="483" h="573" extrusionOk="0">
                  <a:moveTo>
                    <a:pt x="242" y="1"/>
                  </a:moveTo>
                  <a:cubicBezTo>
                    <a:pt x="99" y="10"/>
                    <a:pt x="1" y="117"/>
                    <a:pt x="1" y="269"/>
                  </a:cubicBezTo>
                  <a:cubicBezTo>
                    <a:pt x="1" y="447"/>
                    <a:pt x="90" y="572"/>
                    <a:pt x="233" y="572"/>
                  </a:cubicBezTo>
                  <a:cubicBezTo>
                    <a:pt x="238" y="572"/>
                    <a:pt x="243" y="572"/>
                    <a:pt x="248" y="572"/>
                  </a:cubicBezTo>
                  <a:cubicBezTo>
                    <a:pt x="391" y="572"/>
                    <a:pt x="483" y="450"/>
                    <a:pt x="483" y="269"/>
                  </a:cubicBezTo>
                  <a:cubicBezTo>
                    <a:pt x="483" y="117"/>
                    <a:pt x="376" y="1"/>
                    <a:pt x="24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9"/>
            <p:cNvSpPr/>
            <p:nvPr/>
          </p:nvSpPr>
          <p:spPr>
            <a:xfrm>
              <a:off x="7486932" y="4116413"/>
              <a:ext cx="52821" cy="62662"/>
            </a:xfrm>
            <a:custGeom>
              <a:avLst/>
              <a:gdLst/>
              <a:ahLst/>
              <a:cxnLst/>
              <a:rect l="l" t="t" r="r" b="b"/>
              <a:pathLst>
                <a:path w="483" h="573" extrusionOk="0">
                  <a:moveTo>
                    <a:pt x="242" y="1"/>
                  </a:moveTo>
                  <a:cubicBezTo>
                    <a:pt x="99" y="10"/>
                    <a:pt x="1" y="117"/>
                    <a:pt x="1" y="269"/>
                  </a:cubicBezTo>
                  <a:cubicBezTo>
                    <a:pt x="1" y="447"/>
                    <a:pt x="90" y="572"/>
                    <a:pt x="233" y="572"/>
                  </a:cubicBezTo>
                  <a:cubicBezTo>
                    <a:pt x="238" y="572"/>
                    <a:pt x="243" y="572"/>
                    <a:pt x="248" y="572"/>
                  </a:cubicBezTo>
                  <a:cubicBezTo>
                    <a:pt x="391" y="572"/>
                    <a:pt x="483" y="450"/>
                    <a:pt x="483" y="269"/>
                  </a:cubicBezTo>
                  <a:cubicBezTo>
                    <a:pt x="483" y="117"/>
                    <a:pt x="376" y="1"/>
                    <a:pt x="24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7" name="Google Shape;247;p9"/>
          <p:cNvSpPr txBox="1">
            <a:spLocks noGrp="1"/>
          </p:cNvSpPr>
          <p:nvPr>
            <p:ph type="title"/>
          </p:nvPr>
        </p:nvSpPr>
        <p:spPr>
          <a:xfrm>
            <a:off x="4572000" y="1411650"/>
            <a:ext cx="3852000" cy="84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248" name="Google Shape;248;p9"/>
          <p:cNvSpPr txBox="1">
            <a:spLocks noGrp="1"/>
          </p:cNvSpPr>
          <p:nvPr>
            <p:ph type="subTitle" idx="1"/>
          </p:nvPr>
        </p:nvSpPr>
        <p:spPr>
          <a:xfrm>
            <a:off x="4572000" y="2253450"/>
            <a:ext cx="3852000" cy="147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_4">
    <p:bg>
      <p:bgPr>
        <a:solidFill>
          <a:schemeClr val="accent3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7"/>
          <p:cNvSpPr/>
          <p:nvPr/>
        </p:nvSpPr>
        <p:spPr>
          <a:xfrm>
            <a:off x="6857767" y="1"/>
            <a:ext cx="2301114" cy="2549851"/>
          </a:xfrm>
          <a:custGeom>
            <a:avLst/>
            <a:gdLst/>
            <a:ahLst/>
            <a:cxnLst/>
            <a:rect l="l" t="t" r="r" b="b"/>
            <a:pathLst>
              <a:path w="19154" h="21224" extrusionOk="0">
                <a:moveTo>
                  <a:pt x="9" y="1"/>
                </a:moveTo>
                <a:cubicBezTo>
                  <a:pt x="9" y="27"/>
                  <a:pt x="0" y="63"/>
                  <a:pt x="9" y="90"/>
                </a:cubicBezTo>
                <a:cubicBezTo>
                  <a:pt x="223" y="581"/>
                  <a:pt x="509" y="1009"/>
                  <a:pt x="910" y="1366"/>
                </a:cubicBezTo>
                <a:cubicBezTo>
                  <a:pt x="1410" y="1812"/>
                  <a:pt x="2017" y="1999"/>
                  <a:pt x="2668" y="2079"/>
                </a:cubicBezTo>
                <a:cubicBezTo>
                  <a:pt x="3078" y="2133"/>
                  <a:pt x="3498" y="2168"/>
                  <a:pt x="3908" y="2240"/>
                </a:cubicBezTo>
                <a:cubicBezTo>
                  <a:pt x="4434" y="2320"/>
                  <a:pt x="4916" y="2534"/>
                  <a:pt x="5291" y="2918"/>
                </a:cubicBezTo>
                <a:cubicBezTo>
                  <a:pt x="5639" y="3266"/>
                  <a:pt x="5755" y="3685"/>
                  <a:pt x="5639" y="4158"/>
                </a:cubicBezTo>
                <a:cubicBezTo>
                  <a:pt x="5585" y="4336"/>
                  <a:pt x="5514" y="4515"/>
                  <a:pt x="5451" y="4684"/>
                </a:cubicBezTo>
                <a:cubicBezTo>
                  <a:pt x="5362" y="4907"/>
                  <a:pt x="5246" y="5130"/>
                  <a:pt x="5175" y="5362"/>
                </a:cubicBezTo>
                <a:cubicBezTo>
                  <a:pt x="4907" y="6156"/>
                  <a:pt x="4987" y="6941"/>
                  <a:pt x="5308" y="7708"/>
                </a:cubicBezTo>
                <a:cubicBezTo>
                  <a:pt x="5719" y="8708"/>
                  <a:pt x="6433" y="9430"/>
                  <a:pt x="7369" y="9939"/>
                </a:cubicBezTo>
                <a:cubicBezTo>
                  <a:pt x="8333" y="10456"/>
                  <a:pt x="9376" y="10697"/>
                  <a:pt x="10456" y="10786"/>
                </a:cubicBezTo>
                <a:cubicBezTo>
                  <a:pt x="11063" y="10831"/>
                  <a:pt x="11660" y="10858"/>
                  <a:pt x="12267" y="10902"/>
                </a:cubicBezTo>
                <a:cubicBezTo>
                  <a:pt x="12677" y="10938"/>
                  <a:pt x="13088" y="11009"/>
                  <a:pt x="13489" y="11134"/>
                </a:cubicBezTo>
                <a:cubicBezTo>
                  <a:pt x="14515" y="11473"/>
                  <a:pt x="15157" y="12151"/>
                  <a:pt x="15362" y="13230"/>
                </a:cubicBezTo>
                <a:cubicBezTo>
                  <a:pt x="15443" y="13668"/>
                  <a:pt x="15443" y="14114"/>
                  <a:pt x="15398" y="14551"/>
                </a:cubicBezTo>
                <a:cubicBezTo>
                  <a:pt x="15336" y="15166"/>
                  <a:pt x="15247" y="15773"/>
                  <a:pt x="15166" y="16380"/>
                </a:cubicBezTo>
                <a:cubicBezTo>
                  <a:pt x="15086" y="17022"/>
                  <a:pt x="15006" y="17655"/>
                  <a:pt x="15068" y="18298"/>
                </a:cubicBezTo>
                <a:cubicBezTo>
                  <a:pt x="15175" y="19413"/>
                  <a:pt x="15719" y="20225"/>
                  <a:pt x="16763" y="20680"/>
                </a:cubicBezTo>
                <a:cubicBezTo>
                  <a:pt x="17147" y="20849"/>
                  <a:pt x="17557" y="20956"/>
                  <a:pt x="17976" y="21027"/>
                </a:cubicBezTo>
                <a:cubicBezTo>
                  <a:pt x="18369" y="21099"/>
                  <a:pt x="18761" y="21161"/>
                  <a:pt x="19154" y="21224"/>
                </a:cubicBezTo>
                <a:lnTo>
                  <a:pt x="1915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7"/>
          <p:cNvSpPr/>
          <p:nvPr/>
        </p:nvSpPr>
        <p:spPr>
          <a:xfrm>
            <a:off x="0" y="3640426"/>
            <a:ext cx="1382302" cy="1503099"/>
          </a:xfrm>
          <a:custGeom>
            <a:avLst/>
            <a:gdLst/>
            <a:ahLst/>
            <a:cxnLst/>
            <a:rect l="l" t="t" r="r" b="b"/>
            <a:pathLst>
              <a:path w="19084" h="20751" extrusionOk="0">
                <a:moveTo>
                  <a:pt x="1" y="0"/>
                </a:moveTo>
                <a:lnTo>
                  <a:pt x="1" y="20751"/>
                </a:lnTo>
                <a:lnTo>
                  <a:pt x="19083" y="20751"/>
                </a:lnTo>
                <a:cubicBezTo>
                  <a:pt x="19083" y="20724"/>
                  <a:pt x="19083" y="20706"/>
                  <a:pt x="19083" y="20697"/>
                </a:cubicBezTo>
                <a:cubicBezTo>
                  <a:pt x="19056" y="20652"/>
                  <a:pt x="19030" y="20608"/>
                  <a:pt x="19003" y="20563"/>
                </a:cubicBezTo>
                <a:cubicBezTo>
                  <a:pt x="18485" y="19751"/>
                  <a:pt x="17736" y="19296"/>
                  <a:pt x="16781" y="19172"/>
                </a:cubicBezTo>
                <a:cubicBezTo>
                  <a:pt x="16362" y="19118"/>
                  <a:pt x="15943" y="19073"/>
                  <a:pt x="15524" y="19020"/>
                </a:cubicBezTo>
                <a:cubicBezTo>
                  <a:pt x="15042" y="18949"/>
                  <a:pt x="14596" y="18788"/>
                  <a:pt x="14203" y="18476"/>
                </a:cubicBezTo>
                <a:cubicBezTo>
                  <a:pt x="13677" y="18056"/>
                  <a:pt x="13516" y="17530"/>
                  <a:pt x="13730" y="16888"/>
                </a:cubicBezTo>
                <a:cubicBezTo>
                  <a:pt x="13820" y="16656"/>
                  <a:pt x="13918" y="16424"/>
                  <a:pt x="14025" y="16192"/>
                </a:cubicBezTo>
                <a:cubicBezTo>
                  <a:pt x="14337" y="15496"/>
                  <a:pt x="14373" y="14774"/>
                  <a:pt x="14176" y="14033"/>
                </a:cubicBezTo>
                <a:cubicBezTo>
                  <a:pt x="13882" y="12927"/>
                  <a:pt x="13222" y="12088"/>
                  <a:pt x="12258" y="11482"/>
                </a:cubicBezTo>
                <a:cubicBezTo>
                  <a:pt x="11295" y="10866"/>
                  <a:pt x="10216" y="10581"/>
                  <a:pt x="9083" y="10474"/>
                </a:cubicBezTo>
                <a:cubicBezTo>
                  <a:pt x="8485" y="10411"/>
                  <a:pt x="7878" y="10393"/>
                  <a:pt x="7280" y="10349"/>
                </a:cubicBezTo>
                <a:cubicBezTo>
                  <a:pt x="6808" y="10313"/>
                  <a:pt x="6344" y="10259"/>
                  <a:pt x="5898" y="10117"/>
                </a:cubicBezTo>
                <a:cubicBezTo>
                  <a:pt x="4800" y="9787"/>
                  <a:pt x="4131" y="9073"/>
                  <a:pt x="3944" y="7922"/>
                </a:cubicBezTo>
                <a:cubicBezTo>
                  <a:pt x="3846" y="7307"/>
                  <a:pt x="3899" y="6700"/>
                  <a:pt x="3980" y="6084"/>
                </a:cubicBezTo>
                <a:cubicBezTo>
                  <a:pt x="4069" y="5389"/>
                  <a:pt x="4167" y="4684"/>
                  <a:pt x="4247" y="3988"/>
                </a:cubicBezTo>
                <a:cubicBezTo>
                  <a:pt x="4301" y="3471"/>
                  <a:pt x="4292" y="2962"/>
                  <a:pt x="4167" y="2454"/>
                </a:cubicBezTo>
                <a:cubicBezTo>
                  <a:pt x="3944" y="1481"/>
                  <a:pt x="3328" y="848"/>
                  <a:pt x="2410" y="491"/>
                </a:cubicBezTo>
                <a:cubicBezTo>
                  <a:pt x="1803" y="259"/>
                  <a:pt x="1161" y="161"/>
                  <a:pt x="518" y="72"/>
                </a:cubicBezTo>
                <a:cubicBezTo>
                  <a:pt x="349" y="45"/>
                  <a:pt x="179" y="27"/>
                  <a:pt x="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2" name="Google Shape;422;p17"/>
          <p:cNvGrpSpPr/>
          <p:nvPr/>
        </p:nvGrpSpPr>
        <p:grpSpPr>
          <a:xfrm>
            <a:off x="296950" y="198921"/>
            <a:ext cx="8476185" cy="4469491"/>
            <a:chOff x="296950" y="198921"/>
            <a:chExt cx="8476185" cy="4469491"/>
          </a:xfrm>
        </p:grpSpPr>
        <p:sp>
          <p:nvSpPr>
            <p:cNvPr id="423" name="Google Shape;423;p17"/>
            <p:cNvSpPr/>
            <p:nvPr/>
          </p:nvSpPr>
          <p:spPr>
            <a:xfrm>
              <a:off x="461916" y="4426013"/>
              <a:ext cx="66846" cy="65770"/>
            </a:xfrm>
            <a:custGeom>
              <a:avLst/>
              <a:gdLst/>
              <a:ahLst/>
              <a:cxnLst/>
              <a:rect l="l" t="t" r="r" b="b"/>
              <a:pathLst>
                <a:path w="626" h="616" extrusionOk="0">
                  <a:moveTo>
                    <a:pt x="313" y="0"/>
                  </a:moveTo>
                  <a:cubicBezTo>
                    <a:pt x="152" y="9"/>
                    <a:pt x="1" y="170"/>
                    <a:pt x="9" y="330"/>
                  </a:cubicBezTo>
                  <a:cubicBezTo>
                    <a:pt x="18" y="482"/>
                    <a:pt x="161" y="616"/>
                    <a:pt x="313" y="616"/>
                  </a:cubicBezTo>
                  <a:cubicBezTo>
                    <a:pt x="473" y="616"/>
                    <a:pt x="625" y="455"/>
                    <a:pt x="625" y="286"/>
                  </a:cubicBezTo>
                  <a:cubicBezTo>
                    <a:pt x="625" y="125"/>
                    <a:pt x="482" y="0"/>
                    <a:pt x="313" y="0"/>
                  </a:cubicBezTo>
                  <a:close/>
                </a:path>
              </a:pathLst>
            </a:custGeom>
            <a:solidFill>
              <a:srgbClr val="3E0B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7"/>
            <p:cNvSpPr/>
            <p:nvPr/>
          </p:nvSpPr>
          <p:spPr>
            <a:xfrm>
              <a:off x="601050" y="4235071"/>
              <a:ext cx="65885" cy="64916"/>
            </a:xfrm>
            <a:custGeom>
              <a:avLst/>
              <a:gdLst/>
              <a:ahLst/>
              <a:cxnLst/>
              <a:rect l="l" t="t" r="r" b="b"/>
              <a:pathLst>
                <a:path w="617" h="608" extrusionOk="0">
                  <a:moveTo>
                    <a:pt x="309" y="0"/>
                  </a:moveTo>
                  <a:cubicBezTo>
                    <a:pt x="162" y="0"/>
                    <a:pt x="10" y="148"/>
                    <a:pt x="1" y="313"/>
                  </a:cubicBezTo>
                  <a:cubicBezTo>
                    <a:pt x="1" y="474"/>
                    <a:pt x="135" y="607"/>
                    <a:pt x="295" y="607"/>
                  </a:cubicBezTo>
                  <a:cubicBezTo>
                    <a:pt x="456" y="607"/>
                    <a:pt x="608" y="456"/>
                    <a:pt x="608" y="286"/>
                  </a:cubicBezTo>
                  <a:cubicBezTo>
                    <a:pt x="617" y="144"/>
                    <a:pt x="474" y="10"/>
                    <a:pt x="322" y="1"/>
                  </a:cubicBezTo>
                  <a:cubicBezTo>
                    <a:pt x="318" y="1"/>
                    <a:pt x="314" y="0"/>
                    <a:pt x="3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7"/>
            <p:cNvSpPr/>
            <p:nvPr/>
          </p:nvSpPr>
          <p:spPr>
            <a:xfrm>
              <a:off x="6448300" y="4603496"/>
              <a:ext cx="65885" cy="64916"/>
            </a:xfrm>
            <a:custGeom>
              <a:avLst/>
              <a:gdLst/>
              <a:ahLst/>
              <a:cxnLst/>
              <a:rect l="l" t="t" r="r" b="b"/>
              <a:pathLst>
                <a:path w="617" h="608" extrusionOk="0">
                  <a:moveTo>
                    <a:pt x="309" y="0"/>
                  </a:moveTo>
                  <a:cubicBezTo>
                    <a:pt x="162" y="0"/>
                    <a:pt x="10" y="148"/>
                    <a:pt x="1" y="313"/>
                  </a:cubicBezTo>
                  <a:cubicBezTo>
                    <a:pt x="1" y="474"/>
                    <a:pt x="135" y="607"/>
                    <a:pt x="295" y="607"/>
                  </a:cubicBezTo>
                  <a:cubicBezTo>
                    <a:pt x="456" y="607"/>
                    <a:pt x="608" y="456"/>
                    <a:pt x="608" y="286"/>
                  </a:cubicBezTo>
                  <a:cubicBezTo>
                    <a:pt x="617" y="144"/>
                    <a:pt x="474" y="10"/>
                    <a:pt x="322" y="1"/>
                  </a:cubicBezTo>
                  <a:cubicBezTo>
                    <a:pt x="318" y="1"/>
                    <a:pt x="314" y="0"/>
                    <a:pt x="3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7"/>
            <p:cNvSpPr/>
            <p:nvPr/>
          </p:nvSpPr>
          <p:spPr>
            <a:xfrm>
              <a:off x="8707250" y="4361121"/>
              <a:ext cx="65885" cy="64916"/>
            </a:xfrm>
            <a:custGeom>
              <a:avLst/>
              <a:gdLst/>
              <a:ahLst/>
              <a:cxnLst/>
              <a:rect l="l" t="t" r="r" b="b"/>
              <a:pathLst>
                <a:path w="617" h="608" extrusionOk="0">
                  <a:moveTo>
                    <a:pt x="309" y="0"/>
                  </a:moveTo>
                  <a:cubicBezTo>
                    <a:pt x="162" y="0"/>
                    <a:pt x="10" y="148"/>
                    <a:pt x="1" y="313"/>
                  </a:cubicBezTo>
                  <a:cubicBezTo>
                    <a:pt x="1" y="474"/>
                    <a:pt x="135" y="607"/>
                    <a:pt x="295" y="607"/>
                  </a:cubicBezTo>
                  <a:cubicBezTo>
                    <a:pt x="456" y="607"/>
                    <a:pt x="608" y="456"/>
                    <a:pt x="608" y="286"/>
                  </a:cubicBezTo>
                  <a:cubicBezTo>
                    <a:pt x="617" y="144"/>
                    <a:pt x="474" y="10"/>
                    <a:pt x="322" y="1"/>
                  </a:cubicBezTo>
                  <a:cubicBezTo>
                    <a:pt x="318" y="1"/>
                    <a:pt x="314" y="0"/>
                    <a:pt x="3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7"/>
            <p:cNvSpPr/>
            <p:nvPr/>
          </p:nvSpPr>
          <p:spPr>
            <a:xfrm>
              <a:off x="7890550" y="198921"/>
              <a:ext cx="65885" cy="64916"/>
            </a:xfrm>
            <a:custGeom>
              <a:avLst/>
              <a:gdLst/>
              <a:ahLst/>
              <a:cxnLst/>
              <a:rect l="l" t="t" r="r" b="b"/>
              <a:pathLst>
                <a:path w="617" h="608" extrusionOk="0">
                  <a:moveTo>
                    <a:pt x="309" y="0"/>
                  </a:moveTo>
                  <a:cubicBezTo>
                    <a:pt x="162" y="0"/>
                    <a:pt x="10" y="148"/>
                    <a:pt x="1" y="313"/>
                  </a:cubicBezTo>
                  <a:cubicBezTo>
                    <a:pt x="1" y="474"/>
                    <a:pt x="135" y="607"/>
                    <a:pt x="295" y="607"/>
                  </a:cubicBezTo>
                  <a:cubicBezTo>
                    <a:pt x="456" y="607"/>
                    <a:pt x="608" y="456"/>
                    <a:pt x="608" y="286"/>
                  </a:cubicBezTo>
                  <a:cubicBezTo>
                    <a:pt x="617" y="144"/>
                    <a:pt x="474" y="10"/>
                    <a:pt x="322" y="1"/>
                  </a:cubicBezTo>
                  <a:cubicBezTo>
                    <a:pt x="318" y="1"/>
                    <a:pt x="314" y="0"/>
                    <a:pt x="3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7"/>
            <p:cNvSpPr/>
            <p:nvPr/>
          </p:nvSpPr>
          <p:spPr>
            <a:xfrm>
              <a:off x="8667725" y="625275"/>
              <a:ext cx="39525" cy="38926"/>
            </a:xfrm>
            <a:custGeom>
              <a:avLst/>
              <a:gdLst/>
              <a:ahLst/>
              <a:cxnLst/>
              <a:rect l="l" t="t" r="r" b="b"/>
              <a:pathLst>
                <a:path w="617" h="608" extrusionOk="0">
                  <a:moveTo>
                    <a:pt x="309" y="0"/>
                  </a:moveTo>
                  <a:cubicBezTo>
                    <a:pt x="162" y="0"/>
                    <a:pt x="10" y="148"/>
                    <a:pt x="1" y="313"/>
                  </a:cubicBezTo>
                  <a:cubicBezTo>
                    <a:pt x="1" y="474"/>
                    <a:pt x="135" y="607"/>
                    <a:pt x="295" y="607"/>
                  </a:cubicBezTo>
                  <a:cubicBezTo>
                    <a:pt x="456" y="607"/>
                    <a:pt x="608" y="456"/>
                    <a:pt x="608" y="286"/>
                  </a:cubicBezTo>
                  <a:cubicBezTo>
                    <a:pt x="617" y="144"/>
                    <a:pt x="474" y="10"/>
                    <a:pt x="322" y="1"/>
                  </a:cubicBezTo>
                  <a:cubicBezTo>
                    <a:pt x="318" y="1"/>
                    <a:pt x="314" y="0"/>
                    <a:pt x="3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7"/>
            <p:cNvSpPr/>
            <p:nvPr/>
          </p:nvSpPr>
          <p:spPr>
            <a:xfrm>
              <a:off x="296950" y="2368546"/>
              <a:ext cx="65885" cy="64916"/>
            </a:xfrm>
            <a:custGeom>
              <a:avLst/>
              <a:gdLst/>
              <a:ahLst/>
              <a:cxnLst/>
              <a:rect l="l" t="t" r="r" b="b"/>
              <a:pathLst>
                <a:path w="617" h="608" extrusionOk="0">
                  <a:moveTo>
                    <a:pt x="309" y="0"/>
                  </a:moveTo>
                  <a:cubicBezTo>
                    <a:pt x="162" y="0"/>
                    <a:pt x="10" y="148"/>
                    <a:pt x="1" y="313"/>
                  </a:cubicBezTo>
                  <a:cubicBezTo>
                    <a:pt x="1" y="474"/>
                    <a:pt x="135" y="607"/>
                    <a:pt x="295" y="607"/>
                  </a:cubicBezTo>
                  <a:cubicBezTo>
                    <a:pt x="456" y="607"/>
                    <a:pt x="608" y="456"/>
                    <a:pt x="608" y="286"/>
                  </a:cubicBezTo>
                  <a:cubicBezTo>
                    <a:pt x="617" y="144"/>
                    <a:pt x="474" y="10"/>
                    <a:pt x="322" y="1"/>
                  </a:cubicBezTo>
                  <a:cubicBezTo>
                    <a:pt x="318" y="1"/>
                    <a:pt x="314" y="0"/>
                    <a:pt x="3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0" name="Google Shape;430;p17"/>
            <p:cNvGrpSpPr/>
            <p:nvPr/>
          </p:nvGrpSpPr>
          <p:grpSpPr>
            <a:xfrm>
              <a:off x="4319081" y="263819"/>
              <a:ext cx="252925" cy="284200"/>
              <a:chOff x="3951525" y="3191650"/>
              <a:chExt cx="62675" cy="70425"/>
            </a:xfrm>
          </p:grpSpPr>
          <p:sp>
            <p:nvSpPr>
              <p:cNvPr id="431" name="Google Shape;431;p17"/>
              <p:cNvSpPr/>
              <p:nvPr/>
            </p:nvSpPr>
            <p:spPr>
              <a:xfrm>
                <a:off x="3966425" y="3191650"/>
                <a:ext cx="47775" cy="38800"/>
              </a:xfrm>
              <a:custGeom>
                <a:avLst/>
                <a:gdLst/>
                <a:ahLst/>
                <a:cxnLst/>
                <a:rect l="l" t="t" r="r" b="b"/>
                <a:pathLst>
                  <a:path w="1911" h="1552" extrusionOk="0">
                    <a:moveTo>
                      <a:pt x="1297" y="1"/>
                    </a:moveTo>
                    <a:cubicBezTo>
                      <a:pt x="1265" y="1"/>
                      <a:pt x="1231" y="4"/>
                      <a:pt x="1197" y="11"/>
                    </a:cubicBezTo>
                    <a:cubicBezTo>
                      <a:pt x="920" y="64"/>
                      <a:pt x="643" y="135"/>
                      <a:pt x="367" y="207"/>
                    </a:cubicBezTo>
                    <a:cubicBezTo>
                      <a:pt x="206" y="251"/>
                      <a:pt x="99" y="367"/>
                      <a:pt x="55" y="528"/>
                    </a:cubicBezTo>
                    <a:cubicBezTo>
                      <a:pt x="1" y="744"/>
                      <a:pt x="87" y="867"/>
                      <a:pt x="273" y="867"/>
                    </a:cubicBezTo>
                    <a:cubicBezTo>
                      <a:pt x="302" y="867"/>
                      <a:pt x="333" y="864"/>
                      <a:pt x="367" y="858"/>
                    </a:cubicBezTo>
                    <a:cubicBezTo>
                      <a:pt x="510" y="831"/>
                      <a:pt x="652" y="787"/>
                      <a:pt x="750" y="760"/>
                    </a:cubicBezTo>
                    <a:cubicBezTo>
                      <a:pt x="991" y="769"/>
                      <a:pt x="1143" y="876"/>
                      <a:pt x="1205" y="1072"/>
                    </a:cubicBezTo>
                    <a:cubicBezTo>
                      <a:pt x="1241" y="1161"/>
                      <a:pt x="1250" y="1268"/>
                      <a:pt x="1286" y="1358"/>
                    </a:cubicBezTo>
                    <a:cubicBezTo>
                      <a:pt x="1322" y="1486"/>
                      <a:pt x="1397" y="1551"/>
                      <a:pt x="1494" y="1551"/>
                    </a:cubicBezTo>
                    <a:cubicBezTo>
                      <a:pt x="1539" y="1551"/>
                      <a:pt x="1589" y="1537"/>
                      <a:pt x="1643" y="1509"/>
                    </a:cubicBezTo>
                    <a:cubicBezTo>
                      <a:pt x="1812" y="1429"/>
                      <a:pt x="1910" y="1242"/>
                      <a:pt x="1875" y="1054"/>
                    </a:cubicBezTo>
                    <a:cubicBezTo>
                      <a:pt x="1821" y="796"/>
                      <a:pt x="1767" y="546"/>
                      <a:pt x="1687" y="305"/>
                    </a:cubicBezTo>
                    <a:cubicBezTo>
                      <a:pt x="1626" y="108"/>
                      <a:pt x="1482" y="1"/>
                      <a:pt x="129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17"/>
              <p:cNvSpPr/>
              <p:nvPr/>
            </p:nvSpPr>
            <p:spPr>
              <a:xfrm>
                <a:off x="3951525" y="3223075"/>
                <a:ext cx="46375" cy="3900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560" extrusionOk="0">
                    <a:moveTo>
                      <a:pt x="1267" y="0"/>
                    </a:moveTo>
                    <a:cubicBezTo>
                      <a:pt x="1235" y="0"/>
                      <a:pt x="1202" y="4"/>
                      <a:pt x="1168" y="11"/>
                    </a:cubicBezTo>
                    <a:cubicBezTo>
                      <a:pt x="883" y="74"/>
                      <a:pt x="597" y="145"/>
                      <a:pt x="312" y="226"/>
                    </a:cubicBezTo>
                    <a:cubicBezTo>
                      <a:pt x="124" y="279"/>
                      <a:pt x="26" y="413"/>
                      <a:pt x="8" y="609"/>
                    </a:cubicBezTo>
                    <a:cubicBezTo>
                      <a:pt x="1" y="785"/>
                      <a:pt x="72" y="875"/>
                      <a:pt x="215" y="875"/>
                    </a:cubicBezTo>
                    <a:cubicBezTo>
                      <a:pt x="239" y="875"/>
                      <a:pt x="266" y="873"/>
                      <a:pt x="294" y="868"/>
                    </a:cubicBezTo>
                    <a:cubicBezTo>
                      <a:pt x="401" y="850"/>
                      <a:pt x="508" y="814"/>
                      <a:pt x="615" y="788"/>
                    </a:cubicBezTo>
                    <a:cubicBezTo>
                      <a:pt x="671" y="776"/>
                      <a:pt x="722" y="770"/>
                      <a:pt x="769" y="770"/>
                    </a:cubicBezTo>
                    <a:cubicBezTo>
                      <a:pt x="981" y="770"/>
                      <a:pt x="1113" y="884"/>
                      <a:pt x="1186" y="1118"/>
                    </a:cubicBezTo>
                    <a:cubicBezTo>
                      <a:pt x="1204" y="1189"/>
                      <a:pt x="1222" y="1269"/>
                      <a:pt x="1239" y="1332"/>
                    </a:cubicBezTo>
                    <a:cubicBezTo>
                      <a:pt x="1278" y="1482"/>
                      <a:pt x="1363" y="1559"/>
                      <a:pt x="1468" y="1559"/>
                    </a:cubicBezTo>
                    <a:cubicBezTo>
                      <a:pt x="1532" y="1559"/>
                      <a:pt x="1603" y="1531"/>
                      <a:pt x="1677" y="1474"/>
                    </a:cubicBezTo>
                    <a:cubicBezTo>
                      <a:pt x="1793" y="1385"/>
                      <a:pt x="1855" y="1269"/>
                      <a:pt x="1846" y="1064"/>
                    </a:cubicBezTo>
                    <a:cubicBezTo>
                      <a:pt x="1784" y="823"/>
                      <a:pt x="1739" y="520"/>
                      <a:pt x="1623" y="243"/>
                    </a:cubicBezTo>
                    <a:cubicBezTo>
                      <a:pt x="1564" y="88"/>
                      <a:pt x="1425" y="0"/>
                      <a:pt x="12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33" name="Google Shape;433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bg>
      <p:bgPr>
        <a:solidFill>
          <a:schemeClr val="accent3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3"/>
          <p:cNvSpPr/>
          <p:nvPr/>
        </p:nvSpPr>
        <p:spPr>
          <a:xfrm>
            <a:off x="7054261" y="0"/>
            <a:ext cx="2089749" cy="2315591"/>
          </a:xfrm>
          <a:custGeom>
            <a:avLst/>
            <a:gdLst/>
            <a:ahLst/>
            <a:cxnLst/>
            <a:rect l="l" t="t" r="r" b="b"/>
            <a:pathLst>
              <a:path w="19154" h="21224" extrusionOk="0">
                <a:moveTo>
                  <a:pt x="9" y="1"/>
                </a:moveTo>
                <a:cubicBezTo>
                  <a:pt x="9" y="27"/>
                  <a:pt x="0" y="63"/>
                  <a:pt x="9" y="90"/>
                </a:cubicBezTo>
                <a:cubicBezTo>
                  <a:pt x="223" y="581"/>
                  <a:pt x="509" y="1009"/>
                  <a:pt x="910" y="1366"/>
                </a:cubicBezTo>
                <a:cubicBezTo>
                  <a:pt x="1410" y="1812"/>
                  <a:pt x="2017" y="1999"/>
                  <a:pt x="2668" y="2079"/>
                </a:cubicBezTo>
                <a:cubicBezTo>
                  <a:pt x="3078" y="2133"/>
                  <a:pt x="3498" y="2168"/>
                  <a:pt x="3908" y="2240"/>
                </a:cubicBezTo>
                <a:cubicBezTo>
                  <a:pt x="4434" y="2320"/>
                  <a:pt x="4916" y="2534"/>
                  <a:pt x="5291" y="2918"/>
                </a:cubicBezTo>
                <a:cubicBezTo>
                  <a:pt x="5639" y="3266"/>
                  <a:pt x="5755" y="3685"/>
                  <a:pt x="5639" y="4158"/>
                </a:cubicBezTo>
                <a:cubicBezTo>
                  <a:pt x="5585" y="4336"/>
                  <a:pt x="5514" y="4515"/>
                  <a:pt x="5451" y="4684"/>
                </a:cubicBezTo>
                <a:cubicBezTo>
                  <a:pt x="5362" y="4907"/>
                  <a:pt x="5246" y="5130"/>
                  <a:pt x="5175" y="5362"/>
                </a:cubicBezTo>
                <a:cubicBezTo>
                  <a:pt x="4907" y="6156"/>
                  <a:pt x="4987" y="6941"/>
                  <a:pt x="5308" y="7708"/>
                </a:cubicBezTo>
                <a:cubicBezTo>
                  <a:pt x="5719" y="8708"/>
                  <a:pt x="6433" y="9430"/>
                  <a:pt x="7369" y="9939"/>
                </a:cubicBezTo>
                <a:cubicBezTo>
                  <a:pt x="8333" y="10456"/>
                  <a:pt x="9376" y="10697"/>
                  <a:pt x="10456" y="10786"/>
                </a:cubicBezTo>
                <a:cubicBezTo>
                  <a:pt x="11063" y="10831"/>
                  <a:pt x="11660" y="10858"/>
                  <a:pt x="12267" y="10902"/>
                </a:cubicBezTo>
                <a:cubicBezTo>
                  <a:pt x="12677" y="10938"/>
                  <a:pt x="13088" y="11009"/>
                  <a:pt x="13489" y="11134"/>
                </a:cubicBezTo>
                <a:cubicBezTo>
                  <a:pt x="14515" y="11473"/>
                  <a:pt x="15157" y="12151"/>
                  <a:pt x="15362" y="13230"/>
                </a:cubicBezTo>
                <a:cubicBezTo>
                  <a:pt x="15443" y="13668"/>
                  <a:pt x="15443" y="14114"/>
                  <a:pt x="15398" y="14551"/>
                </a:cubicBezTo>
                <a:cubicBezTo>
                  <a:pt x="15336" y="15166"/>
                  <a:pt x="15247" y="15773"/>
                  <a:pt x="15166" y="16380"/>
                </a:cubicBezTo>
                <a:cubicBezTo>
                  <a:pt x="15086" y="17022"/>
                  <a:pt x="15006" y="17655"/>
                  <a:pt x="15068" y="18298"/>
                </a:cubicBezTo>
                <a:cubicBezTo>
                  <a:pt x="15175" y="19413"/>
                  <a:pt x="15719" y="20225"/>
                  <a:pt x="16763" y="20680"/>
                </a:cubicBezTo>
                <a:cubicBezTo>
                  <a:pt x="17147" y="20849"/>
                  <a:pt x="17557" y="20956"/>
                  <a:pt x="17976" y="21027"/>
                </a:cubicBezTo>
                <a:cubicBezTo>
                  <a:pt x="18369" y="21099"/>
                  <a:pt x="18761" y="21161"/>
                  <a:pt x="19154" y="21224"/>
                </a:cubicBezTo>
                <a:lnTo>
                  <a:pt x="1915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3"/>
          <p:cNvSpPr/>
          <p:nvPr/>
        </p:nvSpPr>
        <p:spPr>
          <a:xfrm>
            <a:off x="0" y="3640400"/>
            <a:ext cx="1382302" cy="1503099"/>
          </a:xfrm>
          <a:custGeom>
            <a:avLst/>
            <a:gdLst/>
            <a:ahLst/>
            <a:cxnLst/>
            <a:rect l="l" t="t" r="r" b="b"/>
            <a:pathLst>
              <a:path w="19084" h="20751" extrusionOk="0">
                <a:moveTo>
                  <a:pt x="1" y="0"/>
                </a:moveTo>
                <a:lnTo>
                  <a:pt x="1" y="20751"/>
                </a:lnTo>
                <a:lnTo>
                  <a:pt x="19083" y="20751"/>
                </a:lnTo>
                <a:cubicBezTo>
                  <a:pt x="19083" y="20724"/>
                  <a:pt x="19083" y="20706"/>
                  <a:pt x="19083" y="20697"/>
                </a:cubicBezTo>
                <a:cubicBezTo>
                  <a:pt x="19056" y="20652"/>
                  <a:pt x="19030" y="20608"/>
                  <a:pt x="19003" y="20563"/>
                </a:cubicBezTo>
                <a:cubicBezTo>
                  <a:pt x="18485" y="19751"/>
                  <a:pt x="17736" y="19296"/>
                  <a:pt x="16781" y="19172"/>
                </a:cubicBezTo>
                <a:cubicBezTo>
                  <a:pt x="16362" y="19118"/>
                  <a:pt x="15943" y="19073"/>
                  <a:pt x="15524" y="19020"/>
                </a:cubicBezTo>
                <a:cubicBezTo>
                  <a:pt x="15042" y="18949"/>
                  <a:pt x="14596" y="18788"/>
                  <a:pt x="14203" y="18476"/>
                </a:cubicBezTo>
                <a:cubicBezTo>
                  <a:pt x="13677" y="18056"/>
                  <a:pt x="13516" y="17530"/>
                  <a:pt x="13730" y="16888"/>
                </a:cubicBezTo>
                <a:cubicBezTo>
                  <a:pt x="13820" y="16656"/>
                  <a:pt x="13918" y="16424"/>
                  <a:pt x="14025" y="16192"/>
                </a:cubicBezTo>
                <a:cubicBezTo>
                  <a:pt x="14337" y="15496"/>
                  <a:pt x="14373" y="14774"/>
                  <a:pt x="14176" y="14033"/>
                </a:cubicBezTo>
                <a:cubicBezTo>
                  <a:pt x="13882" y="12927"/>
                  <a:pt x="13222" y="12088"/>
                  <a:pt x="12258" y="11482"/>
                </a:cubicBezTo>
                <a:cubicBezTo>
                  <a:pt x="11295" y="10866"/>
                  <a:pt x="10216" y="10581"/>
                  <a:pt x="9083" y="10474"/>
                </a:cubicBezTo>
                <a:cubicBezTo>
                  <a:pt x="8485" y="10411"/>
                  <a:pt x="7878" y="10393"/>
                  <a:pt x="7280" y="10349"/>
                </a:cubicBezTo>
                <a:cubicBezTo>
                  <a:pt x="6808" y="10313"/>
                  <a:pt x="6344" y="10259"/>
                  <a:pt x="5898" y="10117"/>
                </a:cubicBezTo>
                <a:cubicBezTo>
                  <a:pt x="4800" y="9787"/>
                  <a:pt x="4131" y="9073"/>
                  <a:pt x="3944" y="7922"/>
                </a:cubicBezTo>
                <a:cubicBezTo>
                  <a:pt x="3846" y="7307"/>
                  <a:pt x="3899" y="6700"/>
                  <a:pt x="3980" y="6084"/>
                </a:cubicBezTo>
                <a:cubicBezTo>
                  <a:pt x="4069" y="5389"/>
                  <a:pt x="4167" y="4684"/>
                  <a:pt x="4247" y="3988"/>
                </a:cubicBezTo>
                <a:cubicBezTo>
                  <a:pt x="4301" y="3471"/>
                  <a:pt x="4292" y="2962"/>
                  <a:pt x="4167" y="2454"/>
                </a:cubicBezTo>
                <a:cubicBezTo>
                  <a:pt x="3944" y="1481"/>
                  <a:pt x="3328" y="848"/>
                  <a:pt x="2410" y="491"/>
                </a:cubicBezTo>
                <a:cubicBezTo>
                  <a:pt x="1803" y="259"/>
                  <a:pt x="1161" y="161"/>
                  <a:pt x="518" y="72"/>
                </a:cubicBezTo>
                <a:cubicBezTo>
                  <a:pt x="349" y="45"/>
                  <a:pt x="179" y="27"/>
                  <a:pt x="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8" name="Google Shape;558;p23"/>
          <p:cNvGrpSpPr/>
          <p:nvPr/>
        </p:nvGrpSpPr>
        <p:grpSpPr>
          <a:xfrm>
            <a:off x="296950" y="198921"/>
            <a:ext cx="8476185" cy="4558266"/>
            <a:chOff x="296950" y="198921"/>
            <a:chExt cx="8476185" cy="4558266"/>
          </a:xfrm>
        </p:grpSpPr>
        <p:sp>
          <p:nvSpPr>
            <p:cNvPr id="559" name="Google Shape;559;p23"/>
            <p:cNvSpPr/>
            <p:nvPr/>
          </p:nvSpPr>
          <p:spPr>
            <a:xfrm>
              <a:off x="461916" y="4426013"/>
              <a:ext cx="66846" cy="65770"/>
            </a:xfrm>
            <a:custGeom>
              <a:avLst/>
              <a:gdLst/>
              <a:ahLst/>
              <a:cxnLst/>
              <a:rect l="l" t="t" r="r" b="b"/>
              <a:pathLst>
                <a:path w="626" h="616" extrusionOk="0">
                  <a:moveTo>
                    <a:pt x="313" y="0"/>
                  </a:moveTo>
                  <a:cubicBezTo>
                    <a:pt x="152" y="9"/>
                    <a:pt x="1" y="170"/>
                    <a:pt x="9" y="330"/>
                  </a:cubicBezTo>
                  <a:cubicBezTo>
                    <a:pt x="18" y="482"/>
                    <a:pt x="161" y="616"/>
                    <a:pt x="313" y="616"/>
                  </a:cubicBezTo>
                  <a:cubicBezTo>
                    <a:pt x="473" y="616"/>
                    <a:pt x="625" y="455"/>
                    <a:pt x="625" y="286"/>
                  </a:cubicBezTo>
                  <a:cubicBezTo>
                    <a:pt x="625" y="125"/>
                    <a:pt x="482" y="0"/>
                    <a:pt x="313" y="0"/>
                  </a:cubicBezTo>
                  <a:close/>
                </a:path>
              </a:pathLst>
            </a:custGeom>
            <a:solidFill>
              <a:srgbClr val="3E0B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3"/>
            <p:cNvSpPr/>
            <p:nvPr/>
          </p:nvSpPr>
          <p:spPr>
            <a:xfrm>
              <a:off x="6011250" y="4692271"/>
              <a:ext cx="65885" cy="64916"/>
            </a:xfrm>
            <a:custGeom>
              <a:avLst/>
              <a:gdLst/>
              <a:ahLst/>
              <a:cxnLst/>
              <a:rect l="l" t="t" r="r" b="b"/>
              <a:pathLst>
                <a:path w="617" h="608" extrusionOk="0">
                  <a:moveTo>
                    <a:pt x="309" y="0"/>
                  </a:moveTo>
                  <a:cubicBezTo>
                    <a:pt x="162" y="0"/>
                    <a:pt x="10" y="148"/>
                    <a:pt x="1" y="313"/>
                  </a:cubicBezTo>
                  <a:cubicBezTo>
                    <a:pt x="1" y="474"/>
                    <a:pt x="135" y="607"/>
                    <a:pt x="295" y="607"/>
                  </a:cubicBezTo>
                  <a:cubicBezTo>
                    <a:pt x="456" y="607"/>
                    <a:pt x="608" y="456"/>
                    <a:pt x="608" y="286"/>
                  </a:cubicBezTo>
                  <a:cubicBezTo>
                    <a:pt x="617" y="144"/>
                    <a:pt x="474" y="10"/>
                    <a:pt x="322" y="1"/>
                  </a:cubicBezTo>
                  <a:cubicBezTo>
                    <a:pt x="318" y="1"/>
                    <a:pt x="314" y="0"/>
                    <a:pt x="3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3"/>
            <p:cNvSpPr/>
            <p:nvPr/>
          </p:nvSpPr>
          <p:spPr>
            <a:xfrm>
              <a:off x="6448300" y="4603496"/>
              <a:ext cx="65885" cy="64916"/>
            </a:xfrm>
            <a:custGeom>
              <a:avLst/>
              <a:gdLst/>
              <a:ahLst/>
              <a:cxnLst/>
              <a:rect l="l" t="t" r="r" b="b"/>
              <a:pathLst>
                <a:path w="617" h="608" extrusionOk="0">
                  <a:moveTo>
                    <a:pt x="309" y="0"/>
                  </a:moveTo>
                  <a:cubicBezTo>
                    <a:pt x="162" y="0"/>
                    <a:pt x="10" y="148"/>
                    <a:pt x="1" y="313"/>
                  </a:cubicBezTo>
                  <a:cubicBezTo>
                    <a:pt x="1" y="474"/>
                    <a:pt x="135" y="607"/>
                    <a:pt x="295" y="607"/>
                  </a:cubicBezTo>
                  <a:cubicBezTo>
                    <a:pt x="456" y="607"/>
                    <a:pt x="608" y="456"/>
                    <a:pt x="608" y="286"/>
                  </a:cubicBezTo>
                  <a:cubicBezTo>
                    <a:pt x="617" y="144"/>
                    <a:pt x="474" y="10"/>
                    <a:pt x="322" y="1"/>
                  </a:cubicBezTo>
                  <a:cubicBezTo>
                    <a:pt x="318" y="1"/>
                    <a:pt x="314" y="0"/>
                    <a:pt x="3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3"/>
            <p:cNvSpPr/>
            <p:nvPr/>
          </p:nvSpPr>
          <p:spPr>
            <a:xfrm>
              <a:off x="8707250" y="4361121"/>
              <a:ext cx="65885" cy="64916"/>
            </a:xfrm>
            <a:custGeom>
              <a:avLst/>
              <a:gdLst/>
              <a:ahLst/>
              <a:cxnLst/>
              <a:rect l="l" t="t" r="r" b="b"/>
              <a:pathLst>
                <a:path w="617" h="608" extrusionOk="0">
                  <a:moveTo>
                    <a:pt x="309" y="0"/>
                  </a:moveTo>
                  <a:cubicBezTo>
                    <a:pt x="162" y="0"/>
                    <a:pt x="10" y="148"/>
                    <a:pt x="1" y="313"/>
                  </a:cubicBezTo>
                  <a:cubicBezTo>
                    <a:pt x="1" y="474"/>
                    <a:pt x="135" y="607"/>
                    <a:pt x="295" y="607"/>
                  </a:cubicBezTo>
                  <a:cubicBezTo>
                    <a:pt x="456" y="607"/>
                    <a:pt x="608" y="456"/>
                    <a:pt x="608" y="286"/>
                  </a:cubicBezTo>
                  <a:cubicBezTo>
                    <a:pt x="617" y="144"/>
                    <a:pt x="474" y="10"/>
                    <a:pt x="322" y="1"/>
                  </a:cubicBezTo>
                  <a:cubicBezTo>
                    <a:pt x="318" y="1"/>
                    <a:pt x="314" y="0"/>
                    <a:pt x="3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3"/>
            <p:cNvSpPr/>
            <p:nvPr/>
          </p:nvSpPr>
          <p:spPr>
            <a:xfrm>
              <a:off x="7890550" y="198921"/>
              <a:ext cx="65885" cy="64916"/>
            </a:xfrm>
            <a:custGeom>
              <a:avLst/>
              <a:gdLst/>
              <a:ahLst/>
              <a:cxnLst/>
              <a:rect l="l" t="t" r="r" b="b"/>
              <a:pathLst>
                <a:path w="617" h="608" extrusionOk="0">
                  <a:moveTo>
                    <a:pt x="309" y="0"/>
                  </a:moveTo>
                  <a:cubicBezTo>
                    <a:pt x="162" y="0"/>
                    <a:pt x="10" y="148"/>
                    <a:pt x="1" y="313"/>
                  </a:cubicBezTo>
                  <a:cubicBezTo>
                    <a:pt x="1" y="474"/>
                    <a:pt x="135" y="607"/>
                    <a:pt x="295" y="607"/>
                  </a:cubicBezTo>
                  <a:cubicBezTo>
                    <a:pt x="456" y="607"/>
                    <a:pt x="608" y="456"/>
                    <a:pt x="608" y="286"/>
                  </a:cubicBezTo>
                  <a:cubicBezTo>
                    <a:pt x="617" y="144"/>
                    <a:pt x="474" y="10"/>
                    <a:pt x="322" y="1"/>
                  </a:cubicBezTo>
                  <a:cubicBezTo>
                    <a:pt x="318" y="1"/>
                    <a:pt x="314" y="0"/>
                    <a:pt x="3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3"/>
            <p:cNvSpPr/>
            <p:nvPr/>
          </p:nvSpPr>
          <p:spPr>
            <a:xfrm>
              <a:off x="8667725" y="625275"/>
              <a:ext cx="39525" cy="38926"/>
            </a:xfrm>
            <a:custGeom>
              <a:avLst/>
              <a:gdLst/>
              <a:ahLst/>
              <a:cxnLst/>
              <a:rect l="l" t="t" r="r" b="b"/>
              <a:pathLst>
                <a:path w="617" h="608" extrusionOk="0">
                  <a:moveTo>
                    <a:pt x="309" y="0"/>
                  </a:moveTo>
                  <a:cubicBezTo>
                    <a:pt x="162" y="0"/>
                    <a:pt x="10" y="148"/>
                    <a:pt x="1" y="313"/>
                  </a:cubicBezTo>
                  <a:cubicBezTo>
                    <a:pt x="1" y="474"/>
                    <a:pt x="135" y="607"/>
                    <a:pt x="295" y="607"/>
                  </a:cubicBezTo>
                  <a:cubicBezTo>
                    <a:pt x="456" y="607"/>
                    <a:pt x="608" y="456"/>
                    <a:pt x="608" y="286"/>
                  </a:cubicBezTo>
                  <a:cubicBezTo>
                    <a:pt x="617" y="144"/>
                    <a:pt x="474" y="10"/>
                    <a:pt x="322" y="1"/>
                  </a:cubicBezTo>
                  <a:cubicBezTo>
                    <a:pt x="318" y="1"/>
                    <a:pt x="314" y="0"/>
                    <a:pt x="3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3"/>
            <p:cNvSpPr/>
            <p:nvPr/>
          </p:nvSpPr>
          <p:spPr>
            <a:xfrm>
              <a:off x="296950" y="2368546"/>
              <a:ext cx="65885" cy="64916"/>
            </a:xfrm>
            <a:custGeom>
              <a:avLst/>
              <a:gdLst/>
              <a:ahLst/>
              <a:cxnLst/>
              <a:rect l="l" t="t" r="r" b="b"/>
              <a:pathLst>
                <a:path w="617" h="608" extrusionOk="0">
                  <a:moveTo>
                    <a:pt x="309" y="0"/>
                  </a:moveTo>
                  <a:cubicBezTo>
                    <a:pt x="162" y="0"/>
                    <a:pt x="10" y="148"/>
                    <a:pt x="1" y="313"/>
                  </a:cubicBezTo>
                  <a:cubicBezTo>
                    <a:pt x="1" y="474"/>
                    <a:pt x="135" y="607"/>
                    <a:pt x="295" y="607"/>
                  </a:cubicBezTo>
                  <a:cubicBezTo>
                    <a:pt x="456" y="607"/>
                    <a:pt x="608" y="456"/>
                    <a:pt x="608" y="286"/>
                  </a:cubicBezTo>
                  <a:cubicBezTo>
                    <a:pt x="617" y="144"/>
                    <a:pt x="474" y="10"/>
                    <a:pt x="322" y="1"/>
                  </a:cubicBezTo>
                  <a:cubicBezTo>
                    <a:pt x="318" y="1"/>
                    <a:pt x="314" y="0"/>
                    <a:pt x="3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6" name="Google Shape;566;p23"/>
            <p:cNvGrpSpPr/>
            <p:nvPr/>
          </p:nvGrpSpPr>
          <p:grpSpPr>
            <a:xfrm>
              <a:off x="6117581" y="263819"/>
              <a:ext cx="252925" cy="284200"/>
              <a:chOff x="4397195" y="3191650"/>
              <a:chExt cx="62675" cy="70425"/>
            </a:xfrm>
          </p:grpSpPr>
          <p:sp>
            <p:nvSpPr>
              <p:cNvPr id="567" name="Google Shape;567;p23"/>
              <p:cNvSpPr/>
              <p:nvPr/>
            </p:nvSpPr>
            <p:spPr>
              <a:xfrm>
                <a:off x="4412095" y="3191650"/>
                <a:ext cx="47775" cy="38800"/>
              </a:xfrm>
              <a:custGeom>
                <a:avLst/>
                <a:gdLst/>
                <a:ahLst/>
                <a:cxnLst/>
                <a:rect l="l" t="t" r="r" b="b"/>
                <a:pathLst>
                  <a:path w="1911" h="1552" extrusionOk="0">
                    <a:moveTo>
                      <a:pt x="1297" y="1"/>
                    </a:moveTo>
                    <a:cubicBezTo>
                      <a:pt x="1265" y="1"/>
                      <a:pt x="1231" y="4"/>
                      <a:pt x="1197" y="11"/>
                    </a:cubicBezTo>
                    <a:cubicBezTo>
                      <a:pt x="920" y="64"/>
                      <a:pt x="643" y="135"/>
                      <a:pt x="367" y="207"/>
                    </a:cubicBezTo>
                    <a:cubicBezTo>
                      <a:pt x="206" y="251"/>
                      <a:pt x="99" y="367"/>
                      <a:pt x="55" y="528"/>
                    </a:cubicBezTo>
                    <a:cubicBezTo>
                      <a:pt x="1" y="744"/>
                      <a:pt x="87" y="867"/>
                      <a:pt x="273" y="867"/>
                    </a:cubicBezTo>
                    <a:cubicBezTo>
                      <a:pt x="302" y="867"/>
                      <a:pt x="333" y="864"/>
                      <a:pt x="367" y="858"/>
                    </a:cubicBezTo>
                    <a:cubicBezTo>
                      <a:pt x="510" y="831"/>
                      <a:pt x="652" y="787"/>
                      <a:pt x="750" y="760"/>
                    </a:cubicBezTo>
                    <a:cubicBezTo>
                      <a:pt x="991" y="769"/>
                      <a:pt x="1143" y="876"/>
                      <a:pt x="1205" y="1072"/>
                    </a:cubicBezTo>
                    <a:cubicBezTo>
                      <a:pt x="1241" y="1161"/>
                      <a:pt x="1250" y="1268"/>
                      <a:pt x="1286" y="1358"/>
                    </a:cubicBezTo>
                    <a:cubicBezTo>
                      <a:pt x="1322" y="1486"/>
                      <a:pt x="1397" y="1551"/>
                      <a:pt x="1494" y="1551"/>
                    </a:cubicBezTo>
                    <a:cubicBezTo>
                      <a:pt x="1539" y="1551"/>
                      <a:pt x="1589" y="1537"/>
                      <a:pt x="1643" y="1509"/>
                    </a:cubicBezTo>
                    <a:cubicBezTo>
                      <a:pt x="1812" y="1429"/>
                      <a:pt x="1910" y="1242"/>
                      <a:pt x="1875" y="1054"/>
                    </a:cubicBezTo>
                    <a:cubicBezTo>
                      <a:pt x="1821" y="796"/>
                      <a:pt x="1767" y="546"/>
                      <a:pt x="1687" y="305"/>
                    </a:cubicBezTo>
                    <a:cubicBezTo>
                      <a:pt x="1626" y="108"/>
                      <a:pt x="1482" y="1"/>
                      <a:pt x="129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23"/>
              <p:cNvSpPr/>
              <p:nvPr/>
            </p:nvSpPr>
            <p:spPr>
              <a:xfrm>
                <a:off x="4397195" y="3223075"/>
                <a:ext cx="46375" cy="3900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560" extrusionOk="0">
                    <a:moveTo>
                      <a:pt x="1267" y="0"/>
                    </a:moveTo>
                    <a:cubicBezTo>
                      <a:pt x="1235" y="0"/>
                      <a:pt x="1202" y="4"/>
                      <a:pt x="1168" y="11"/>
                    </a:cubicBezTo>
                    <a:cubicBezTo>
                      <a:pt x="883" y="74"/>
                      <a:pt x="597" y="145"/>
                      <a:pt x="312" y="226"/>
                    </a:cubicBezTo>
                    <a:cubicBezTo>
                      <a:pt x="124" y="279"/>
                      <a:pt x="26" y="413"/>
                      <a:pt x="8" y="609"/>
                    </a:cubicBezTo>
                    <a:cubicBezTo>
                      <a:pt x="1" y="785"/>
                      <a:pt x="72" y="875"/>
                      <a:pt x="215" y="875"/>
                    </a:cubicBezTo>
                    <a:cubicBezTo>
                      <a:pt x="239" y="875"/>
                      <a:pt x="266" y="873"/>
                      <a:pt x="294" y="868"/>
                    </a:cubicBezTo>
                    <a:cubicBezTo>
                      <a:pt x="401" y="850"/>
                      <a:pt x="508" y="814"/>
                      <a:pt x="615" y="788"/>
                    </a:cubicBezTo>
                    <a:cubicBezTo>
                      <a:pt x="671" y="776"/>
                      <a:pt x="722" y="770"/>
                      <a:pt x="769" y="770"/>
                    </a:cubicBezTo>
                    <a:cubicBezTo>
                      <a:pt x="981" y="770"/>
                      <a:pt x="1113" y="884"/>
                      <a:pt x="1186" y="1118"/>
                    </a:cubicBezTo>
                    <a:cubicBezTo>
                      <a:pt x="1204" y="1189"/>
                      <a:pt x="1222" y="1269"/>
                      <a:pt x="1239" y="1332"/>
                    </a:cubicBezTo>
                    <a:cubicBezTo>
                      <a:pt x="1278" y="1482"/>
                      <a:pt x="1363" y="1559"/>
                      <a:pt x="1468" y="1559"/>
                    </a:cubicBezTo>
                    <a:cubicBezTo>
                      <a:pt x="1532" y="1559"/>
                      <a:pt x="1603" y="1531"/>
                      <a:pt x="1677" y="1474"/>
                    </a:cubicBezTo>
                    <a:cubicBezTo>
                      <a:pt x="1793" y="1385"/>
                      <a:pt x="1855" y="1269"/>
                      <a:pt x="1846" y="1064"/>
                    </a:cubicBezTo>
                    <a:cubicBezTo>
                      <a:pt x="1784" y="823"/>
                      <a:pt x="1739" y="520"/>
                      <a:pt x="1623" y="243"/>
                    </a:cubicBezTo>
                    <a:cubicBezTo>
                      <a:pt x="1564" y="88"/>
                      <a:pt x="1425" y="0"/>
                      <a:pt x="12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bg>
      <p:bgPr>
        <a:solidFill>
          <a:schemeClr val="accent2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4"/>
          <p:cNvSpPr/>
          <p:nvPr/>
        </p:nvSpPr>
        <p:spPr>
          <a:xfrm>
            <a:off x="5866799" y="0"/>
            <a:ext cx="3277255" cy="1190473"/>
          </a:xfrm>
          <a:custGeom>
            <a:avLst/>
            <a:gdLst/>
            <a:ahLst/>
            <a:cxnLst/>
            <a:rect l="l" t="t" r="r" b="b"/>
            <a:pathLst>
              <a:path w="60941" h="22137" extrusionOk="0">
                <a:moveTo>
                  <a:pt x="197" y="0"/>
                </a:moveTo>
                <a:cubicBezTo>
                  <a:pt x="45" y="420"/>
                  <a:pt x="1" y="812"/>
                  <a:pt x="36" y="1231"/>
                </a:cubicBezTo>
                <a:cubicBezTo>
                  <a:pt x="126" y="2106"/>
                  <a:pt x="483" y="2873"/>
                  <a:pt x="1000" y="3560"/>
                </a:cubicBezTo>
                <a:cubicBezTo>
                  <a:pt x="2053" y="4951"/>
                  <a:pt x="3444" y="5852"/>
                  <a:pt x="5086" y="6388"/>
                </a:cubicBezTo>
                <a:cubicBezTo>
                  <a:pt x="6587" y="6882"/>
                  <a:pt x="8139" y="7039"/>
                  <a:pt x="9708" y="7039"/>
                </a:cubicBezTo>
                <a:cubicBezTo>
                  <a:pt x="9752" y="7039"/>
                  <a:pt x="9797" y="7039"/>
                  <a:pt x="9841" y="7039"/>
                </a:cubicBezTo>
                <a:cubicBezTo>
                  <a:pt x="11232" y="7039"/>
                  <a:pt x="12633" y="6968"/>
                  <a:pt x="14025" y="6887"/>
                </a:cubicBezTo>
                <a:cubicBezTo>
                  <a:pt x="15346" y="6814"/>
                  <a:pt x="16668" y="6730"/>
                  <a:pt x="17989" y="6730"/>
                </a:cubicBezTo>
                <a:cubicBezTo>
                  <a:pt x="18434" y="6730"/>
                  <a:pt x="18879" y="6740"/>
                  <a:pt x="19324" y="6762"/>
                </a:cubicBezTo>
                <a:cubicBezTo>
                  <a:pt x="20591" y="6825"/>
                  <a:pt x="21839" y="6968"/>
                  <a:pt x="23062" y="7289"/>
                </a:cubicBezTo>
                <a:cubicBezTo>
                  <a:pt x="26068" y="8101"/>
                  <a:pt x="28459" y="9804"/>
                  <a:pt x="30261" y="12329"/>
                </a:cubicBezTo>
                <a:cubicBezTo>
                  <a:pt x="31207" y="13649"/>
                  <a:pt x="31697" y="15166"/>
                  <a:pt x="31992" y="16745"/>
                </a:cubicBezTo>
                <a:cubicBezTo>
                  <a:pt x="32179" y="17771"/>
                  <a:pt x="32589" y="18681"/>
                  <a:pt x="33267" y="19466"/>
                </a:cubicBezTo>
                <a:cubicBezTo>
                  <a:pt x="33847" y="20126"/>
                  <a:pt x="34543" y="20626"/>
                  <a:pt x="35319" y="21027"/>
                </a:cubicBezTo>
                <a:cubicBezTo>
                  <a:pt x="36773" y="21759"/>
                  <a:pt x="38326" y="22062"/>
                  <a:pt x="39940" y="22124"/>
                </a:cubicBezTo>
                <a:cubicBezTo>
                  <a:pt x="40148" y="22132"/>
                  <a:pt x="40356" y="22137"/>
                  <a:pt x="40563" y="22137"/>
                </a:cubicBezTo>
                <a:cubicBezTo>
                  <a:pt x="42399" y="22137"/>
                  <a:pt x="44198" y="21821"/>
                  <a:pt x="45962" y="21268"/>
                </a:cubicBezTo>
                <a:cubicBezTo>
                  <a:pt x="46881" y="20982"/>
                  <a:pt x="47782" y="20626"/>
                  <a:pt x="48692" y="20322"/>
                </a:cubicBezTo>
                <a:cubicBezTo>
                  <a:pt x="49378" y="20088"/>
                  <a:pt x="50061" y="19970"/>
                  <a:pt x="50744" y="19970"/>
                </a:cubicBezTo>
                <a:cubicBezTo>
                  <a:pt x="51464" y="19970"/>
                  <a:pt x="52184" y="20101"/>
                  <a:pt x="52903" y="20367"/>
                </a:cubicBezTo>
                <a:cubicBezTo>
                  <a:pt x="53456" y="20572"/>
                  <a:pt x="54009" y="20786"/>
                  <a:pt x="54571" y="20991"/>
                </a:cubicBezTo>
                <a:cubicBezTo>
                  <a:pt x="55350" y="21269"/>
                  <a:pt x="56155" y="21396"/>
                  <a:pt x="56971" y="21396"/>
                </a:cubicBezTo>
                <a:cubicBezTo>
                  <a:pt x="57202" y="21396"/>
                  <a:pt x="57434" y="21386"/>
                  <a:pt x="57666" y="21366"/>
                </a:cubicBezTo>
                <a:cubicBezTo>
                  <a:pt x="58782" y="21268"/>
                  <a:pt x="59861" y="21000"/>
                  <a:pt x="60940" y="20724"/>
                </a:cubicBezTo>
                <a:lnTo>
                  <a:pt x="60940" y="18"/>
                </a:lnTo>
                <a:cubicBezTo>
                  <a:pt x="60780" y="9"/>
                  <a:pt x="60619" y="0"/>
                  <a:pt x="6045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24"/>
          <p:cNvSpPr/>
          <p:nvPr/>
        </p:nvSpPr>
        <p:spPr>
          <a:xfrm>
            <a:off x="0" y="4198405"/>
            <a:ext cx="1497863" cy="945112"/>
          </a:xfrm>
          <a:custGeom>
            <a:avLst/>
            <a:gdLst/>
            <a:ahLst/>
            <a:cxnLst/>
            <a:rect l="l" t="t" r="r" b="b"/>
            <a:pathLst>
              <a:path w="37309" h="23541" extrusionOk="0">
                <a:moveTo>
                  <a:pt x="12642" y="1"/>
                </a:moveTo>
                <a:cubicBezTo>
                  <a:pt x="12137" y="1"/>
                  <a:pt x="11628" y="73"/>
                  <a:pt x="11116" y="204"/>
                </a:cubicBezTo>
                <a:cubicBezTo>
                  <a:pt x="10179" y="444"/>
                  <a:pt x="9323" y="882"/>
                  <a:pt x="8511" y="1408"/>
                </a:cubicBezTo>
                <a:cubicBezTo>
                  <a:pt x="8118" y="1667"/>
                  <a:pt x="7717" y="1916"/>
                  <a:pt x="7298" y="2122"/>
                </a:cubicBezTo>
                <a:cubicBezTo>
                  <a:pt x="7010" y="2261"/>
                  <a:pt x="6721" y="2328"/>
                  <a:pt x="6432" y="2328"/>
                </a:cubicBezTo>
                <a:cubicBezTo>
                  <a:pt x="6112" y="2328"/>
                  <a:pt x="5792" y="2245"/>
                  <a:pt x="5478" y="2086"/>
                </a:cubicBezTo>
                <a:cubicBezTo>
                  <a:pt x="5210" y="1952"/>
                  <a:pt x="4960" y="1783"/>
                  <a:pt x="4711" y="1631"/>
                </a:cubicBezTo>
                <a:cubicBezTo>
                  <a:pt x="4470" y="1479"/>
                  <a:pt x="4238" y="1310"/>
                  <a:pt x="3997" y="1167"/>
                </a:cubicBezTo>
                <a:cubicBezTo>
                  <a:pt x="3572" y="913"/>
                  <a:pt x="3121" y="797"/>
                  <a:pt x="2646" y="797"/>
                </a:cubicBezTo>
                <a:cubicBezTo>
                  <a:pt x="2553" y="797"/>
                  <a:pt x="2459" y="801"/>
                  <a:pt x="2364" y="810"/>
                </a:cubicBezTo>
                <a:cubicBezTo>
                  <a:pt x="1517" y="899"/>
                  <a:pt x="785" y="1274"/>
                  <a:pt x="0" y="1613"/>
                </a:cubicBezTo>
                <a:lnTo>
                  <a:pt x="0" y="2095"/>
                </a:lnTo>
                <a:cubicBezTo>
                  <a:pt x="0" y="9107"/>
                  <a:pt x="0" y="16119"/>
                  <a:pt x="0" y="23131"/>
                </a:cubicBezTo>
                <a:cubicBezTo>
                  <a:pt x="0" y="23264"/>
                  <a:pt x="0" y="23398"/>
                  <a:pt x="0" y="23541"/>
                </a:cubicBezTo>
                <a:lnTo>
                  <a:pt x="37183" y="23541"/>
                </a:lnTo>
                <a:cubicBezTo>
                  <a:pt x="37192" y="23425"/>
                  <a:pt x="37192" y="23318"/>
                  <a:pt x="37192" y="23202"/>
                </a:cubicBezTo>
                <a:cubicBezTo>
                  <a:pt x="37308" y="21418"/>
                  <a:pt x="36809" y="19812"/>
                  <a:pt x="35774" y="18358"/>
                </a:cubicBezTo>
                <a:cubicBezTo>
                  <a:pt x="34837" y="17037"/>
                  <a:pt x="33543" y="16333"/>
                  <a:pt x="31938" y="16199"/>
                </a:cubicBezTo>
                <a:cubicBezTo>
                  <a:pt x="31642" y="16175"/>
                  <a:pt x="31346" y="16165"/>
                  <a:pt x="31050" y="16165"/>
                </a:cubicBezTo>
                <a:cubicBezTo>
                  <a:pt x="30344" y="16165"/>
                  <a:pt x="29638" y="16224"/>
                  <a:pt x="28940" y="16306"/>
                </a:cubicBezTo>
                <a:cubicBezTo>
                  <a:pt x="28071" y="16408"/>
                  <a:pt x="27208" y="16499"/>
                  <a:pt x="26336" y="16499"/>
                </a:cubicBezTo>
                <a:cubicBezTo>
                  <a:pt x="26143" y="16499"/>
                  <a:pt x="25949" y="16494"/>
                  <a:pt x="25755" y="16484"/>
                </a:cubicBezTo>
                <a:cubicBezTo>
                  <a:pt x="24087" y="16404"/>
                  <a:pt x="22624" y="15833"/>
                  <a:pt x="21447" y="14620"/>
                </a:cubicBezTo>
                <a:cubicBezTo>
                  <a:pt x="20421" y="13576"/>
                  <a:pt x="19653" y="12354"/>
                  <a:pt x="19074" y="11016"/>
                </a:cubicBezTo>
                <a:cubicBezTo>
                  <a:pt x="18342" y="9348"/>
                  <a:pt x="18012" y="7581"/>
                  <a:pt x="17816" y="5779"/>
                </a:cubicBezTo>
                <a:cubicBezTo>
                  <a:pt x="17709" y="4798"/>
                  <a:pt x="17512" y="3852"/>
                  <a:pt x="17084" y="2960"/>
                </a:cubicBezTo>
                <a:cubicBezTo>
                  <a:pt x="16513" y="1765"/>
                  <a:pt x="15675" y="837"/>
                  <a:pt x="14435" y="337"/>
                </a:cubicBezTo>
                <a:cubicBezTo>
                  <a:pt x="13842" y="104"/>
                  <a:pt x="13245" y="1"/>
                  <a:pt x="1264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2" name="Google Shape;572;p24"/>
          <p:cNvGrpSpPr/>
          <p:nvPr/>
        </p:nvGrpSpPr>
        <p:grpSpPr>
          <a:xfrm>
            <a:off x="185837" y="109334"/>
            <a:ext cx="8852046" cy="4891225"/>
            <a:chOff x="185837" y="109334"/>
            <a:chExt cx="8852046" cy="4891225"/>
          </a:xfrm>
        </p:grpSpPr>
        <p:sp>
          <p:nvSpPr>
            <p:cNvPr id="573" name="Google Shape;573;p24"/>
            <p:cNvSpPr/>
            <p:nvPr/>
          </p:nvSpPr>
          <p:spPr>
            <a:xfrm>
              <a:off x="4895167" y="4842283"/>
              <a:ext cx="178575" cy="158275"/>
            </a:xfrm>
            <a:custGeom>
              <a:avLst/>
              <a:gdLst/>
              <a:ahLst/>
              <a:cxnLst/>
              <a:rect l="l" t="t" r="r" b="b"/>
              <a:pathLst>
                <a:path w="2936" h="2603" extrusionOk="0">
                  <a:moveTo>
                    <a:pt x="1134" y="0"/>
                  </a:moveTo>
                  <a:cubicBezTo>
                    <a:pt x="841" y="0"/>
                    <a:pt x="615" y="171"/>
                    <a:pt x="483" y="508"/>
                  </a:cubicBezTo>
                  <a:cubicBezTo>
                    <a:pt x="340" y="892"/>
                    <a:pt x="197" y="1284"/>
                    <a:pt x="63" y="1668"/>
                  </a:cubicBezTo>
                  <a:cubicBezTo>
                    <a:pt x="28" y="1748"/>
                    <a:pt x="1" y="1837"/>
                    <a:pt x="10" y="1927"/>
                  </a:cubicBezTo>
                  <a:cubicBezTo>
                    <a:pt x="19" y="2159"/>
                    <a:pt x="108" y="2355"/>
                    <a:pt x="304" y="2498"/>
                  </a:cubicBezTo>
                  <a:cubicBezTo>
                    <a:pt x="408" y="2568"/>
                    <a:pt x="499" y="2603"/>
                    <a:pt x="579" y="2603"/>
                  </a:cubicBezTo>
                  <a:cubicBezTo>
                    <a:pt x="711" y="2603"/>
                    <a:pt x="812" y="2505"/>
                    <a:pt x="884" y="2310"/>
                  </a:cubicBezTo>
                  <a:cubicBezTo>
                    <a:pt x="955" y="2132"/>
                    <a:pt x="1018" y="1944"/>
                    <a:pt x="1089" y="1757"/>
                  </a:cubicBezTo>
                  <a:cubicBezTo>
                    <a:pt x="1207" y="1472"/>
                    <a:pt x="1439" y="1317"/>
                    <a:pt x="1712" y="1317"/>
                  </a:cubicBezTo>
                  <a:cubicBezTo>
                    <a:pt x="1790" y="1317"/>
                    <a:pt x="1872" y="1330"/>
                    <a:pt x="1955" y="1356"/>
                  </a:cubicBezTo>
                  <a:cubicBezTo>
                    <a:pt x="2097" y="1400"/>
                    <a:pt x="2231" y="1454"/>
                    <a:pt x="2374" y="1498"/>
                  </a:cubicBezTo>
                  <a:cubicBezTo>
                    <a:pt x="2452" y="1527"/>
                    <a:pt x="2522" y="1541"/>
                    <a:pt x="2584" y="1541"/>
                  </a:cubicBezTo>
                  <a:cubicBezTo>
                    <a:pt x="2777" y="1541"/>
                    <a:pt x="2889" y="1405"/>
                    <a:pt x="2909" y="1142"/>
                  </a:cubicBezTo>
                  <a:cubicBezTo>
                    <a:pt x="2936" y="812"/>
                    <a:pt x="2775" y="562"/>
                    <a:pt x="2436" y="419"/>
                  </a:cubicBezTo>
                  <a:cubicBezTo>
                    <a:pt x="2115" y="294"/>
                    <a:pt x="1785" y="178"/>
                    <a:pt x="1464" y="62"/>
                  </a:cubicBezTo>
                  <a:cubicBezTo>
                    <a:pt x="1347" y="21"/>
                    <a:pt x="1236" y="0"/>
                    <a:pt x="11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4"/>
            <p:cNvSpPr/>
            <p:nvPr/>
          </p:nvSpPr>
          <p:spPr>
            <a:xfrm>
              <a:off x="8731176" y="4784412"/>
              <a:ext cx="52846" cy="57863"/>
            </a:xfrm>
            <a:custGeom>
              <a:avLst/>
              <a:gdLst/>
              <a:ahLst/>
              <a:cxnLst/>
              <a:rect l="l" t="t" r="r" b="b"/>
              <a:pathLst>
                <a:path w="653" h="715" extrusionOk="0">
                  <a:moveTo>
                    <a:pt x="336" y="1"/>
                  </a:moveTo>
                  <a:cubicBezTo>
                    <a:pt x="331" y="1"/>
                    <a:pt x="327" y="1"/>
                    <a:pt x="322" y="1"/>
                  </a:cubicBezTo>
                  <a:cubicBezTo>
                    <a:pt x="152" y="1"/>
                    <a:pt x="19" y="162"/>
                    <a:pt x="10" y="376"/>
                  </a:cubicBezTo>
                  <a:cubicBezTo>
                    <a:pt x="1" y="563"/>
                    <a:pt x="135" y="715"/>
                    <a:pt x="322" y="715"/>
                  </a:cubicBezTo>
                  <a:cubicBezTo>
                    <a:pt x="509" y="715"/>
                    <a:pt x="652" y="572"/>
                    <a:pt x="652" y="385"/>
                  </a:cubicBezTo>
                  <a:cubicBezTo>
                    <a:pt x="652" y="167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4"/>
            <p:cNvSpPr/>
            <p:nvPr/>
          </p:nvSpPr>
          <p:spPr>
            <a:xfrm>
              <a:off x="8218247" y="193483"/>
              <a:ext cx="72852" cy="71946"/>
            </a:xfrm>
            <a:custGeom>
              <a:avLst/>
              <a:gdLst/>
              <a:ahLst/>
              <a:cxnLst/>
              <a:rect l="l" t="t" r="r" b="b"/>
              <a:pathLst>
                <a:path w="643" h="635" extrusionOk="0">
                  <a:moveTo>
                    <a:pt x="322" y="0"/>
                  </a:moveTo>
                  <a:cubicBezTo>
                    <a:pt x="152" y="0"/>
                    <a:pt x="27" y="123"/>
                    <a:pt x="18" y="304"/>
                  </a:cubicBezTo>
                  <a:cubicBezTo>
                    <a:pt x="1" y="492"/>
                    <a:pt x="125" y="625"/>
                    <a:pt x="304" y="634"/>
                  </a:cubicBezTo>
                  <a:cubicBezTo>
                    <a:pt x="310" y="635"/>
                    <a:pt x="316" y="635"/>
                    <a:pt x="323" y="635"/>
                  </a:cubicBezTo>
                  <a:cubicBezTo>
                    <a:pt x="499" y="635"/>
                    <a:pt x="616" y="512"/>
                    <a:pt x="625" y="331"/>
                  </a:cubicBezTo>
                  <a:cubicBezTo>
                    <a:pt x="643" y="144"/>
                    <a:pt x="527" y="10"/>
                    <a:pt x="340" y="1"/>
                  </a:cubicBezTo>
                  <a:cubicBezTo>
                    <a:pt x="334" y="1"/>
                    <a:pt x="328" y="0"/>
                    <a:pt x="3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4"/>
            <p:cNvSpPr/>
            <p:nvPr/>
          </p:nvSpPr>
          <p:spPr>
            <a:xfrm>
              <a:off x="304699" y="2601537"/>
              <a:ext cx="75911" cy="67867"/>
            </a:xfrm>
            <a:custGeom>
              <a:avLst/>
              <a:gdLst/>
              <a:ahLst/>
              <a:cxnLst/>
              <a:rect l="l" t="t" r="r" b="b"/>
              <a:pathLst>
                <a:path w="670" h="599" extrusionOk="0">
                  <a:moveTo>
                    <a:pt x="348" y="0"/>
                  </a:moveTo>
                  <a:cubicBezTo>
                    <a:pt x="160" y="0"/>
                    <a:pt x="10" y="130"/>
                    <a:pt x="10" y="286"/>
                  </a:cubicBezTo>
                  <a:cubicBezTo>
                    <a:pt x="1" y="455"/>
                    <a:pt x="152" y="589"/>
                    <a:pt x="349" y="598"/>
                  </a:cubicBezTo>
                  <a:cubicBezTo>
                    <a:pt x="354" y="598"/>
                    <a:pt x="359" y="599"/>
                    <a:pt x="364" y="599"/>
                  </a:cubicBezTo>
                  <a:cubicBezTo>
                    <a:pt x="535" y="599"/>
                    <a:pt x="670" y="459"/>
                    <a:pt x="670" y="295"/>
                  </a:cubicBezTo>
                  <a:cubicBezTo>
                    <a:pt x="670" y="134"/>
                    <a:pt x="536" y="0"/>
                    <a:pt x="366" y="0"/>
                  </a:cubicBezTo>
                  <a:cubicBezTo>
                    <a:pt x="360" y="0"/>
                    <a:pt x="354" y="0"/>
                    <a:pt x="3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4"/>
            <p:cNvSpPr/>
            <p:nvPr/>
          </p:nvSpPr>
          <p:spPr>
            <a:xfrm>
              <a:off x="8971149" y="2795395"/>
              <a:ext cx="66734" cy="65827"/>
            </a:xfrm>
            <a:custGeom>
              <a:avLst/>
              <a:gdLst/>
              <a:ahLst/>
              <a:cxnLst/>
              <a:rect l="l" t="t" r="r" b="b"/>
              <a:pathLst>
                <a:path w="589" h="581" extrusionOk="0">
                  <a:moveTo>
                    <a:pt x="293" y="1"/>
                  </a:moveTo>
                  <a:cubicBezTo>
                    <a:pt x="125" y="1"/>
                    <a:pt x="9" y="115"/>
                    <a:pt x="0" y="287"/>
                  </a:cubicBezTo>
                  <a:cubicBezTo>
                    <a:pt x="0" y="456"/>
                    <a:pt x="134" y="581"/>
                    <a:pt x="303" y="581"/>
                  </a:cubicBezTo>
                  <a:cubicBezTo>
                    <a:pt x="464" y="581"/>
                    <a:pt x="580" y="456"/>
                    <a:pt x="589" y="295"/>
                  </a:cubicBezTo>
                  <a:cubicBezTo>
                    <a:pt x="589" y="135"/>
                    <a:pt x="473" y="10"/>
                    <a:pt x="312" y="1"/>
                  </a:cubicBezTo>
                  <a:cubicBezTo>
                    <a:pt x="306" y="1"/>
                    <a:pt x="300" y="1"/>
                    <a:pt x="2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4"/>
            <p:cNvSpPr/>
            <p:nvPr/>
          </p:nvSpPr>
          <p:spPr>
            <a:xfrm>
              <a:off x="8987112" y="4259223"/>
              <a:ext cx="34799" cy="35527"/>
            </a:xfrm>
            <a:custGeom>
              <a:avLst/>
              <a:gdLst/>
              <a:ahLst/>
              <a:cxnLst/>
              <a:rect l="l" t="t" r="r" b="b"/>
              <a:pathLst>
                <a:path w="430" h="439" extrusionOk="0">
                  <a:moveTo>
                    <a:pt x="206" y="1"/>
                  </a:moveTo>
                  <a:cubicBezTo>
                    <a:pt x="90" y="10"/>
                    <a:pt x="1" y="108"/>
                    <a:pt x="10" y="241"/>
                  </a:cubicBezTo>
                  <a:cubicBezTo>
                    <a:pt x="10" y="360"/>
                    <a:pt x="82" y="438"/>
                    <a:pt x="196" y="438"/>
                  </a:cubicBezTo>
                  <a:cubicBezTo>
                    <a:pt x="203" y="438"/>
                    <a:pt x="209" y="438"/>
                    <a:pt x="215" y="438"/>
                  </a:cubicBezTo>
                  <a:cubicBezTo>
                    <a:pt x="340" y="438"/>
                    <a:pt x="429" y="331"/>
                    <a:pt x="420" y="206"/>
                  </a:cubicBezTo>
                  <a:cubicBezTo>
                    <a:pt x="420" y="90"/>
                    <a:pt x="322" y="1"/>
                    <a:pt x="2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4"/>
            <p:cNvSpPr/>
            <p:nvPr/>
          </p:nvSpPr>
          <p:spPr>
            <a:xfrm>
              <a:off x="4819276" y="109334"/>
              <a:ext cx="75900" cy="77819"/>
            </a:xfrm>
            <a:custGeom>
              <a:avLst/>
              <a:gdLst/>
              <a:ahLst/>
              <a:cxnLst/>
              <a:rect l="l" t="t" r="r" b="b"/>
              <a:pathLst>
                <a:path w="349" h="358" extrusionOk="0">
                  <a:moveTo>
                    <a:pt x="179" y="0"/>
                  </a:moveTo>
                  <a:cubicBezTo>
                    <a:pt x="71" y="0"/>
                    <a:pt x="0" y="90"/>
                    <a:pt x="0" y="206"/>
                  </a:cubicBezTo>
                  <a:cubicBezTo>
                    <a:pt x="9" y="304"/>
                    <a:pt x="71" y="357"/>
                    <a:pt x="179" y="357"/>
                  </a:cubicBezTo>
                  <a:cubicBezTo>
                    <a:pt x="277" y="348"/>
                    <a:pt x="348" y="268"/>
                    <a:pt x="348" y="170"/>
                  </a:cubicBezTo>
                  <a:cubicBezTo>
                    <a:pt x="339" y="72"/>
                    <a:pt x="277" y="0"/>
                    <a:pt x="1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4"/>
            <p:cNvSpPr/>
            <p:nvPr/>
          </p:nvSpPr>
          <p:spPr>
            <a:xfrm>
              <a:off x="5489792" y="265427"/>
              <a:ext cx="39428" cy="34670"/>
            </a:xfrm>
            <a:custGeom>
              <a:avLst/>
              <a:gdLst/>
              <a:ahLst/>
              <a:cxnLst/>
              <a:rect l="l" t="t" r="r" b="b"/>
              <a:pathLst>
                <a:path w="348" h="306" extrusionOk="0">
                  <a:moveTo>
                    <a:pt x="169" y="1"/>
                  </a:moveTo>
                  <a:cubicBezTo>
                    <a:pt x="163" y="1"/>
                    <a:pt x="158" y="1"/>
                    <a:pt x="152" y="1"/>
                  </a:cubicBezTo>
                  <a:cubicBezTo>
                    <a:pt x="54" y="1"/>
                    <a:pt x="10" y="55"/>
                    <a:pt x="10" y="144"/>
                  </a:cubicBezTo>
                  <a:cubicBezTo>
                    <a:pt x="1" y="242"/>
                    <a:pt x="72" y="305"/>
                    <a:pt x="206" y="305"/>
                  </a:cubicBezTo>
                  <a:cubicBezTo>
                    <a:pt x="210" y="305"/>
                    <a:pt x="215" y="306"/>
                    <a:pt x="219" y="306"/>
                  </a:cubicBezTo>
                  <a:cubicBezTo>
                    <a:pt x="276" y="306"/>
                    <a:pt x="322" y="254"/>
                    <a:pt x="331" y="171"/>
                  </a:cubicBezTo>
                  <a:cubicBezTo>
                    <a:pt x="348" y="78"/>
                    <a:pt x="268" y="1"/>
                    <a:pt x="1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4"/>
            <p:cNvSpPr/>
            <p:nvPr/>
          </p:nvSpPr>
          <p:spPr>
            <a:xfrm>
              <a:off x="185837" y="2174185"/>
              <a:ext cx="34799" cy="35527"/>
            </a:xfrm>
            <a:custGeom>
              <a:avLst/>
              <a:gdLst/>
              <a:ahLst/>
              <a:cxnLst/>
              <a:rect l="l" t="t" r="r" b="b"/>
              <a:pathLst>
                <a:path w="430" h="439" extrusionOk="0">
                  <a:moveTo>
                    <a:pt x="206" y="1"/>
                  </a:moveTo>
                  <a:cubicBezTo>
                    <a:pt x="90" y="10"/>
                    <a:pt x="1" y="108"/>
                    <a:pt x="10" y="241"/>
                  </a:cubicBezTo>
                  <a:cubicBezTo>
                    <a:pt x="10" y="360"/>
                    <a:pt x="82" y="438"/>
                    <a:pt x="196" y="438"/>
                  </a:cubicBezTo>
                  <a:cubicBezTo>
                    <a:pt x="203" y="438"/>
                    <a:pt x="209" y="438"/>
                    <a:pt x="215" y="438"/>
                  </a:cubicBezTo>
                  <a:cubicBezTo>
                    <a:pt x="340" y="438"/>
                    <a:pt x="429" y="331"/>
                    <a:pt x="420" y="206"/>
                  </a:cubicBezTo>
                  <a:cubicBezTo>
                    <a:pt x="420" y="90"/>
                    <a:pt x="322" y="1"/>
                    <a:pt x="2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4"/>
            <p:cNvSpPr/>
            <p:nvPr/>
          </p:nvSpPr>
          <p:spPr>
            <a:xfrm>
              <a:off x="4454976" y="4842287"/>
              <a:ext cx="52846" cy="57863"/>
            </a:xfrm>
            <a:custGeom>
              <a:avLst/>
              <a:gdLst/>
              <a:ahLst/>
              <a:cxnLst/>
              <a:rect l="l" t="t" r="r" b="b"/>
              <a:pathLst>
                <a:path w="653" h="715" extrusionOk="0">
                  <a:moveTo>
                    <a:pt x="336" y="1"/>
                  </a:moveTo>
                  <a:cubicBezTo>
                    <a:pt x="331" y="1"/>
                    <a:pt x="327" y="1"/>
                    <a:pt x="322" y="1"/>
                  </a:cubicBezTo>
                  <a:cubicBezTo>
                    <a:pt x="152" y="1"/>
                    <a:pt x="19" y="162"/>
                    <a:pt x="10" y="376"/>
                  </a:cubicBezTo>
                  <a:cubicBezTo>
                    <a:pt x="1" y="563"/>
                    <a:pt x="135" y="715"/>
                    <a:pt x="322" y="715"/>
                  </a:cubicBezTo>
                  <a:cubicBezTo>
                    <a:pt x="509" y="715"/>
                    <a:pt x="652" y="572"/>
                    <a:pt x="652" y="385"/>
                  </a:cubicBezTo>
                  <a:cubicBezTo>
                    <a:pt x="652" y="167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8_1_1">
    <p:bg>
      <p:bgPr>
        <a:solidFill>
          <a:schemeClr val="accent1"/>
        </a:solidFill>
        <a:effectLst/>
      </p:bgPr>
    </p:bg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5"/>
          <p:cNvSpPr/>
          <p:nvPr/>
        </p:nvSpPr>
        <p:spPr>
          <a:xfrm>
            <a:off x="4921203" y="-273"/>
            <a:ext cx="4222754" cy="1533928"/>
          </a:xfrm>
          <a:custGeom>
            <a:avLst/>
            <a:gdLst/>
            <a:ahLst/>
            <a:cxnLst/>
            <a:rect l="l" t="t" r="r" b="b"/>
            <a:pathLst>
              <a:path w="60941" h="22137" extrusionOk="0">
                <a:moveTo>
                  <a:pt x="197" y="0"/>
                </a:moveTo>
                <a:cubicBezTo>
                  <a:pt x="45" y="420"/>
                  <a:pt x="1" y="812"/>
                  <a:pt x="36" y="1231"/>
                </a:cubicBezTo>
                <a:cubicBezTo>
                  <a:pt x="126" y="2106"/>
                  <a:pt x="483" y="2873"/>
                  <a:pt x="1000" y="3560"/>
                </a:cubicBezTo>
                <a:cubicBezTo>
                  <a:pt x="2053" y="4951"/>
                  <a:pt x="3444" y="5852"/>
                  <a:pt x="5086" y="6388"/>
                </a:cubicBezTo>
                <a:cubicBezTo>
                  <a:pt x="6587" y="6882"/>
                  <a:pt x="8139" y="7039"/>
                  <a:pt x="9708" y="7039"/>
                </a:cubicBezTo>
                <a:cubicBezTo>
                  <a:pt x="9752" y="7039"/>
                  <a:pt x="9797" y="7039"/>
                  <a:pt x="9841" y="7039"/>
                </a:cubicBezTo>
                <a:cubicBezTo>
                  <a:pt x="11232" y="7039"/>
                  <a:pt x="12633" y="6968"/>
                  <a:pt x="14025" y="6887"/>
                </a:cubicBezTo>
                <a:cubicBezTo>
                  <a:pt x="15346" y="6814"/>
                  <a:pt x="16668" y="6730"/>
                  <a:pt x="17989" y="6730"/>
                </a:cubicBezTo>
                <a:cubicBezTo>
                  <a:pt x="18434" y="6730"/>
                  <a:pt x="18879" y="6740"/>
                  <a:pt x="19324" y="6762"/>
                </a:cubicBezTo>
                <a:cubicBezTo>
                  <a:pt x="20591" y="6825"/>
                  <a:pt x="21839" y="6968"/>
                  <a:pt x="23062" y="7289"/>
                </a:cubicBezTo>
                <a:cubicBezTo>
                  <a:pt x="26068" y="8101"/>
                  <a:pt x="28459" y="9804"/>
                  <a:pt x="30261" y="12329"/>
                </a:cubicBezTo>
                <a:cubicBezTo>
                  <a:pt x="31207" y="13649"/>
                  <a:pt x="31697" y="15166"/>
                  <a:pt x="31992" y="16745"/>
                </a:cubicBezTo>
                <a:cubicBezTo>
                  <a:pt x="32179" y="17771"/>
                  <a:pt x="32589" y="18681"/>
                  <a:pt x="33267" y="19466"/>
                </a:cubicBezTo>
                <a:cubicBezTo>
                  <a:pt x="33847" y="20126"/>
                  <a:pt x="34543" y="20626"/>
                  <a:pt x="35319" y="21027"/>
                </a:cubicBezTo>
                <a:cubicBezTo>
                  <a:pt x="36773" y="21759"/>
                  <a:pt x="38326" y="22062"/>
                  <a:pt x="39940" y="22124"/>
                </a:cubicBezTo>
                <a:cubicBezTo>
                  <a:pt x="40148" y="22132"/>
                  <a:pt x="40356" y="22137"/>
                  <a:pt x="40563" y="22137"/>
                </a:cubicBezTo>
                <a:cubicBezTo>
                  <a:pt x="42399" y="22137"/>
                  <a:pt x="44198" y="21821"/>
                  <a:pt x="45962" y="21268"/>
                </a:cubicBezTo>
                <a:cubicBezTo>
                  <a:pt x="46881" y="20982"/>
                  <a:pt x="47782" y="20626"/>
                  <a:pt x="48692" y="20322"/>
                </a:cubicBezTo>
                <a:cubicBezTo>
                  <a:pt x="49378" y="20088"/>
                  <a:pt x="50061" y="19970"/>
                  <a:pt x="50744" y="19970"/>
                </a:cubicBezTo>
                <a:cubicBezTo>
                  <a:pt x="51464" y="19970"/>
                  <a:pt x="52184" y="20101"/>
                  <a:pt x="52903" y="20367"/>
                </a:cubicBezTo>
                <a:cubicBezTo>
                  <a:pt x="53456" y="20572"/>
                  <a:pt x="54009" y="20786"/>
                  <a:pt x="54571" y="20991"/>
                </a:cubicBezTo>
                <a:cubicBezTo>
                  <a:pt x="55350" y="21269"/>
                  <a:pt x="56155" y="21396"/>
                  <a:pt x="56971" y="21396"/>
                </a:cubicBezTo>
                <a:cubicBezTo>
                  <a:pt x="57202" y="21396"/>
                  <a:pt x="57434" y="21386"/>
                  <a:pt x="57666" y="21366"/>
                </a:cubicBezTo>
                <a:cubicBezTo>
                  <a:pt x="58782" y="21268"/>
                  <a:pt x="59861" y="21000"/>
                  <a:pt x="60940" y="20724"/>
                </a:cubicBezTo>
                <a:lnTo>
                  <a:pt x="60940" y="18"/>
                </a:lnTo>
                <a:cubicBezTo>
                  <a:pt x="60780" y="9"/>
                  <a:pt x="60619" y="0"/>
                  <a:pt x="6045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25"/>
          <p:cNvSpPr/>
          <p:nvPr/>
        </p:nvSpPr>
        <p:spPr>
          <a:xfrm>
            <a:off x="0" y="4195873"/>
            <a:ext cx="1501874" cy="947643"/>
          </a:xfrm>
          <a:custGeom>
            <a:avLst/>
            <a:gdLst/>
            <a:ahLst/>
            <a:cxnLst/>
            <a:rect l="l" t="t" r="r" b="b"/>
            <a:pathLst>
              <a:path w="37309" h="23541" extrusionOk="0">
                <a:moveTo>
                  <a:pt x="12642" y="1"/>
                </a:moveTo>
                <a:cubicBezTo>
                  <a:pt x="12137" y="1"/>
                  <a:pt x="11628" y="73"/>
                  <a:pt x="11116" y="204"/>
                </a:cubicBezTo>
                <a:cubicBezTo>
                  <a:pt x="10179" y="444"/>
                  <a:pt x="9323" y="882"/>
                  <a:pt x="8511" y="1408"/>
                </a:cubicBezTo>
                <a:cubicBezTo>
                  <a:pt x="8118" y="1667"/>
                  <a:pt x="7717" y="1916"/>
                  <a:pt x="7298" y="2122"/>
                </a:cubicBezTo>
                <a:cubicBezTo>
                  <a:pt x="7010" y="2261"/>
                  <a:pt x="6721" y="2328"/>
                  <a:pt x="6432" y="2328"/>
                </a:cubicBezTo>
                <a:cubicBezTo>
                  <a:pt x="6112" y="2328"/>
                  <a:pt x="5792" y="2245"/>
                  <a:pt x="5478" y="2086"/>
                </a:cubicBezTo>
                <a:cubicBezTo>
                  <a:pt x="5210" y="1952"/>
                  <a:pt x="4960" y="1783"/>
                  <a:pt x="4711" y="1631"/>
                </a:cubicBezTo>
                <a:cubicBezTo>
                  <a:pt x="4470" y="1479"/>
                  <a:pt x="4238" y="1310"/>
                  <a:pt x="3997" y="1167"/>
                </a:cubicBezTo>
                <a:cubicBezTo>
                  <a:pt x="3572" y="913"/>
                  <a:pt x="3121" y="797"/>
                  <a:pt x="2646" y="797"/>
                </a:cubicBezTo>
                <a:cubicBezTo>
                  <a:pt x="2553" y="797"/>
                  <a:pt x="2459" y="801"/>
                  <a:pt x="2364" y="810"/>
                </a:cubicBezTo>
                <a:cubicBezTo>
                  <a:pt x="1517" y="899"/>
                  <a:pt x="785" y="1274"/>
                  <a:pt x="0" y="1613"/>
                </a:cubicBezTo>
                <a:lnTo>
                  <a:pt x="0" y="2095"/>
                </a:lnTo>
                <a:cubicBezTo>
                  <a:pt x="0" y="9107"/>
                  <a:pt x="0" y="16119"/>
                  <a:pt x="0" y="23131"/>
                </a:cubicBezTo>
                <a:cubicBezTo>
                  <a:pt x="0" y="23264"/>
                  <a:pt x="0" y="23398"/>
                  <a:pt x="0" y="23541"/>
                </a:cubicBezTo>
                <a:lnTo>
                  <a:pt x="37183" y="23541"/>
                </a:lnTo>
                <a:cubicBezTo>
                  <a:pt x="37192" y="23425"/>
                  <a:pt x="37192" y="23318"/>
                  <a:pt x="37192" y="23202"/>
                </a:cubicBezTo>
                <a:cubicBezTo>
                  <a:pt x="37308" y="21418"/>
                  <a:pt x="36809" y="19812"/>
                  <a:pt x="35774" y="18358"/>
                </a:cubicBezTo>
                <a:cubicBezTo>
                  <a:pt x="34837" y="17037"/>
                  <a:pt x="33543" y="16333"/>
                  <a:pt x="31938" y="16199"/>
                </a:cubicBezTo>
                <a:cubicBezTo>
                  <a:pt x="31642" y="16175"/>
                  <a:pt x="31346" y="16165"/>
                  <a:pt x="31050" y="16165"/>
                </a:cubicBezTo>
                <a:cubicBezTo>
                  <a:pt x="30344" y="16165"/>
                  <a:pt x="29638" y="16224"/>
                  <a:pt x="28940" y="16306"/>
                </a:cubicBezTo>
                <a:cubicBezTo>
                  <a:pt x="28071" y="16408"/>
                  <a:pt x="27208" y="16499"/>
                  <a:pt x="26336" y="16499"/>
                </a:cubicBezTo>
                <a:cubicBezTo>
                  <a:pt x="26143" y="16499"/>
                  <a:pt x="25949" y="16494"/>
                  <a:pt x="25755" y="16484"/>
                </a:cubicBezTo>
                <a:cubicBezTo>
                  <a:pt x="24087" y="16404"/>
                  <a:pt x="22624" y="15833"/>
                  <a:pt x="21447" y="14620"/>
                </a:cubicBezTo>
                <a:cubicBezTo>
                  <a:pt x="20421" y="13576"/>
                  <a:pt x="19653" y="12354"/>
                  <a:pt x="19074" y="11016"/>
                </a:cubicBezTo>
                <a:cubicBezTo>
                  <a:pt x="18342" y="9348"/>
                  <a:pt x="18012" y="7581"/>
                  <a:pt x="17816" y="5779"/>
                </a:cubicBezTo>
                <a:cubicBezTo>
                  <a:pt x="17709" y="4798"/>
                  <a:pt x="17512" y="3852"/>
                  <a:pt x="17084" y="2960"/>
                </a:cubicBezTo>
                <a:cubicBezTo>
                  <a:pt x="16513" y="1765"/>
                  <a:pt x="15675" y="837"/>
                  <a:pt x="14435" y="337"/>
                </a:cubicBezTo>
                <a:cubicBezTo>
                  <a:pt x="13842" y="104"/>
                  <a:pt x="13245" y="1"/>
                  <a:pt x="1264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6" name="Google Shape;586;p25"/>
          <p:cNvGrpSpPr/>
          <p:nvPr/>
        </p:nvGrpSpPr>
        <p:grpSpPr>
          <a:xfrm>
            <a:off x="2283148" y="104389"/>
            <a:ext cx="6778807" cy="4986986"/>
            <a:chOff x="2283148" y="104389"/>
            <a:chExt cx="6778807" cy="4986986"/>
          </a:xfrm>
        </p:grpSpPr>
        <p:grpSp>
          <p:nvGrpSpPr>
            <p:cNvPr id="587" name="Google Shape;587;p25"/>
            <p:cNvGrpSpPr/>
            <p:nvPr/>
          </p:nvGrpSpPr>
          <p:grpSpPr>
            <a:xfrm rot="10800000">
              <a:off x="8069665" y="104407"/>
              <a:ext cx="634498" cy="744738"/>
              <a:chOff x="3846691" y="5052932"/>
              <a:chExt cx="207061" cy="243013"/>
            </a:xfrm>
          </p:grpSpPr>
          <p:sp>
            <p:nvSpPr>
              <p:cNvPr id="588" name="Google Shape;588;p25"/>
              <p:cNvSpPr/>
              <p:nvPr/>
            </p:nvSpPr>
            <p:spPr>
              <a:xfrm>
                <a:off x="3889394" y="5124569"/>
                <a:ext cx="121024" cy="99872"/>
              </a:xfrm>
              <a:custGeom>
                <a:avLst/>
                <a:gdLst/>
                <a:ahLst/>
                <a:cxnLst/>
                <a:rect l="l" t="t" r="r" b="b"/>
                <a:pathLst>
                  <a:path w="3639" h="3003" extrusionOk="0">
                    <a:moveTo>
                      <a:pt x="2342" y="1"/>
                    </a:moveTo>
                    <a:cubicBezTo>
                      <a:pt x="2321" y="1"/>
                      <a:pt x="2296" y="3"/>
                      <a:pt x="2274" y="12"/>
                    </a:cubicBezTo>
                    <a:cubicBezTo>
                      <a:pt x="1703" y="146"/>
                      <a:pt x="1132" y="280"/>
                      <a:pt x="561" y="440"/>
                    </a:cubicBezTo>
                    <a:cubicBezTo>
                      <a:pt x="231" y="529"/>
                      <a:pt x="26" y="851"/>
                      <a:pt x="8" y="1190"/>
                    </a:cubicBezTo>
                    <a:cubicBezTo>
                      <a:pt x="0" y="1505"/>
                      <a:pt x="145" y="1681"/>
                      <a:pt x="409" y="1681"/>
                    </a:cubicBezTo>
                    <a:cubicBezTo>
                      <a:pt x="458" y="1681"/>
                      <a:pt x="512" y="1675"/>
                      <a:pt x="570" y="1662"/>
                    </a:cubicBezTo>
                    <a:cubicBezTo>
                      <a:pt x="802" y="1609"/>
                      <a:pt x="1034" y="1546"/>
                      <a:pt x="1266" y="1493"/>
                    </a:cubicBezTo>
                    <a:cubicBezTo>
                      <a:pt x="1340" y="1478"/>
                      <a:pt x="1412" y="1471"/>
                      <a:pt x="1482" y="1471"/>
                    </a:cubicBezTo>
                    <a:cubicBezTo>
                      <a:pt x="1870" y="1471"/>
                      <a:pt x="2169" y="1698"/>
                      <a:pt x="2283" y="2100"/>
                    </a:cubicBezTo>
                    <a:cubicBezTo>
                      <a:pt x="2345" y="2296"/>
                      <a:pt x="2381" y="2501"/>
                      <a:pt x="2434" y="2688"/>
                    </a:cubicBezTo>
                    <a:cubicBezTo>
                      <a:pt x="2496" y="2900"/>
                      <a:pt x="2620" y="3002"/>
                      <a:pt x="2795" y="3002"/>
                    </a:cubicBezTo>
                    <a:cubicBezTo>
                      <a:pt x="2849" y="3002"/>
                      <a:pt x="2907" y="2993"/>
                      <a:pt x="2970" y="2974"/>
                    </a:cubicBezTo>
                    <a:cubicBezTo>
                      <a:pt x="3380" y="2858"/>
                      <a:pt x="3639" y="2474"/>
                      <a:pt x="3550" y="2037"/>
                    </a:cubicBezTo>
                    <a:cubicBezTo>
                      <a:pt x="3460" y="1538"/>
                      <a:pt x="3335" y="1047"/>
                      <a:pt x="3193" y="556"/>
                    </a:cubicBezTo>
                    <a:cubicBezTo>
                      <a:pt x="3095" y="217"/>
                      <a:pt x="2764" y="3"/>
                      <a:pt x="2390" y="3"/>
                    </a:cubicBezTo>
                    <a:cubicBezTo>
                      <a:pt x="2381" y="3"/>
                      <a:pt x="2363" y="1"/>
                      <a:pt x="234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25"/>
              <p:cNvSpPr/>
              <p:nvPr/>
            </p:nvSpPr>
            <p:spPr>
              <a:xfrm>
                <a:off x="3846691" y="5196073"/>
                <a:ext cx="121024" cy="99872"/>
              </a:xfrm>
              <a:custGeom>
                <a:avLst/>
                <a:gdLst/>
                <a:ahLst/>
                <a:cxnLst/>
                <a:rect l="l" t="t" r="r" b="b"/>
                <a:pathLst>
                  <a:path w="3639" h="3003" extrusionOk="0">
                    <a:moveTo>
                      <a:pt x="2409" y="0"/>
                    </a:moveTo>
                    <a:cubicBezTo>
                      <a:pt x="2345" y="0"/>
                      <a:pt x="2279" y="7"/>
                      <a:pt x="2211" y="21"/>
                    </a:cubicBezTo>
                    <a:cubicBezTo>
                      <a:pt x="1667" y="137"/>
                      <a:pt x="1131" y="271"/>
                      <a:pt x="596" y="413"/>
                    </a:cubicBezTo>
                    <a:cubicBezTo>
                      <a:pt x="239" y="512"/>
                      <a:pt x="7" y="833"/>
                      <a:pt x="7" y="1198"/>
                    </a:cubicBezTo>
                    <a:cubicBezTo>
                      <a:pt x="0" y="1516"/>
                      <a:pt x="127" y="1682"/>
                      <a:pt x="383" y="1682"/>
                    </a:cubicBezTo>
                    <a:cubicBezTo>
                      <a:pt x="444" y="1682"/>
                      <a:pt x="512" y="1672"/>
                      <a:pt x="587" y="1653"/>
                    </a:cubicBezTo>
                    <a:cubicBezTo>
                      <a:pt x="801" y="1600"/>
                      <a:pt x="1015" y="1546"/>
                      <a:pt x="1229" y="1502"/>
                    </a:cubicBezTo>
                    <a:cubicBezTo>
                      <a:pt x="1314" y="1482"/>
                      <a:pt x="1396" y="1473"/>
                      <a:pt x="1474" y="1473"/>
                    </a:cubicBezTo>
                    <a:cubicBezTo>
                      <a:pt x="1867" y="1473"/>
                      <a:pt x="2171" y="1710"/>
                      <a:pt x="2282" y="2126"/>
                    </a:cubicBezTo>
                    <a:cubicBezTo>
                      <a:pt x="2336" y="2314"/>
                      <a:pt x="2371" y="2510"/>
                      <a:pt x="2425" y="2697"/>
                    </a:cubicBezTo>
                    <a:cubicBezTo>
                      <a:pt x="2486" y="2902"/>
                      <a:pt x="2600" y="3002"/>
                      <a:pt x="2773" y="3002"/>
                    </a:cubicBezTo>
                    <a:cubicBezTo>
                      <a:pt x="2827" y="3002"/>
                      <a:pt x="2886" y="2993"/>
                      <a:pt x="2951" y="2974"/>
                    </a:cubicBezTo>
                    <a:cubicBezTo>
                      <a:pt x="3388" y="2840"/>
                      <a:pt x="3638" y="2430"/>
                      <a:pt x="3531" y="1975"/>
                    </a:cubicBezTo>
                    <a:cubicBezTo>
                      <a:pt x="3433" y="1537"/>
                      <a:pt x="3326" y="1100"/>
                      <a:pt x="3219" y="663"/>
                    </a:cubicBezTo>
                    <a:cubicBezTo>
                      <a:pt x="3104" y="250"/>
                      <a:pt x="2798" y="0"/>
                      <a:pt x="24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25"/>
              <p:cNvSpPr/>
              <p:nvPr/>
            </p:nvSpPr>
            <p:spPr>
              <a:xfrm>
                <a:off x="3933261" y="5052932"/>
                <a:ext cx="120492" cy="100105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3010" extrusionOk="0">
                    <a:moveTo>
                      <a:pt x="2424" y="1"/>
                    </a:moveTo>
                    <a:cubicBezTo>
                      <a:pt x="2375" y="1"/>
                      <a:pt x="2325" y="6"/>
                      <a:pt x="2275" y="16"/>
                    </a:cubicBezTo>
                    <a:cubicBezTo>
                      <a:pt x="1695" y="132"/>
                      <a:pt x="1124" y="275"/>
                      <a:pt x="562" y="435"/>
                    </a:cubicBezTo>
                    <a:cubicBezTo>
                      <a:pt x="205" y="533"/>
                      <a:pt x="0" y="855"/>
                      <a:pt x="0" y="1211"/>
                    </a:cubicBezTo>
                    <a:cubicBezTo>
                      <a:pt x="0" y="1529"/>
                      <a:pt x="122" y="1687"/>
                      <a:pt x="381" y="1687"/>
                    </a:cubicBezTo>
                    <a:cubicBezTo>
                      <a:pt x="436" y="1687"/>
                      <a:pt x="496" y="1680"/>
                      <a:pt x="562" y="1666"/>
                    </a:cubicBezTo>
                    <a:cubicBezTo>
                      <a:pt x="794" y="1613"/>
                      <a:pt x="1026" y="1542"/>
                      <a:pt x="1258" y="1497"/>
                    </a:cubicBezTo>
                    <a:cubicBezTo>
                      <a:pt x="1331" y="1483"/>
                      <a:pt x="1402" y="1476"/>
                      <a:pt x="1470" y="1476"/>
                    </a:cubicBezTo>
                    <a:cubicBezTo>
                      <a:pt x="1872" y="1476"/>
                      <a:pt x="2170" y="1721"/>
                      <a:pt x="2284" y="2148"/>
                    </a:cubicBezTo>
                    <a:cubicBezTo>
                      <a:pt x="2329" y="2327"/>
                      <a:pt x="2364" y="2505"/>
                      <a:pt x="2409" y="2683"/>
                    </a:cubicBezTo>
                    <a:cubicBezTo>
                      <a:pt x="2472" y="2902"/>
                      <a:pt x="2592" y="3009"/>
                      <a:pt x="2776" y="3009"/>
                    </a:cubicBezTo>
                    <a:cubicBezTo>
                      <a:pt x="2824" y="3009"/>
                      <a:pt x="2877" y="3002"/>
                      <a:pt x="2935" y="2987"/>
                    </a:cubicBezTo>
                    <a:cubicBezTo>
                      <a:pt x="3328" y="2880"/>
                      <a:pt x="3622" y="2478"/>
                      <a:pt x="3542" y="2077"/>
                    </a:cubicBezTo>
                    <a:cubicBezTo>
                      <a:pt x="3444" y="1568"/>
                      <a:pt x="3319" y="1060"/>
                      <a:pt x="3167" y="551"/>
                    </a:cubicBezTo>
                    <a:cubicBezTo>
                      <a:pt x="3066" y="225"/>
                      <a:pt x="2756" y="1"/>
                      <a:pt x="242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91" name="Google Shape;591;p25"/>
            <p:cNvSpPr/>
            <p:nvPr/>
          </p:nvSpPr>
          <p:spPr>
            <a:xfrm rot="10800000">
              <a:off x="3954709" y="4738275"/>
              <a:ext cx="237247" cy="195704"/>
            </a:xfrm>
            <a:custGeom>
              <a:avLst/>
              <a:gdLst/>
              <a:ahLst/>
              <a:cxnLst/>
              <a:rect l="l" t="t" r="r" b="b"/>
              <a:pathLst>
                <a:path w="1536" h="1267" extrusionOk="0">
                  <a:moveTo>
                    <a:pt x="1052" y="0"/>
                  </a:moveTo>
                  <a:cubicBezTo>
                    <a:pt x="1027" y="0"/>
                    <a:pt x="1000" y="3"/>
                    <a:pt x="973" y="9"/>
                  </a:cubicBezTo>
                  <a:cubicBezTo>
                    <a:pt x="741" y="62"/>
                    <a:pt x="509" y="116"/>
                    <a:pt x="286" y="178"/>
                  </a:cubicBezTo>
                  <a:cubicBezTo>
                    <a:pt x="162" y="214"/>
                    <a:pt x="81" y="303"/>
                    <a:pt x="46" y="428"/>
                  </a:cubicBezTo>
                  <a:cubicBezTo>
                    <a:pt x="0" y="608"/>
                    <a:pt x="63" y="706"/>
                    <a:pt x="217" y="706"/>
                  </a:cubicBezTo>
                  <a:cubicBezTo>
                    <a:pt x="246" y="706"/>
                    <a:pt x="278" y="703"/>
                    <a:pt x="313" y="696"/>
                  </a:cubicBezTo>
                  <a:cubicBezTo>
                    <a:pt x="340" y="696"/>
                    <a:pt x="376" y="678"/>
                    <a:pt x="402" y="669"/>
                  </a:cubicBezTo>
                  <a:cubicBezTo>
                    <a:pt x="511" y="643"/>
                    <a:pt x="598" y="628"/>
                    <a:pt x="669" y="628"/>
                  </a:cubicBezTo>
                  <a:cubicBezTo>
                    <a:pt x="866" y="628"/>
                    <a:pt x="942" y="742"/>
                    <a:pt x="1027" y="1044"/>
                  </a:cubicBezTo>
                  <a:cubicBezTo>
                    <a:pt x="1027" y="1053"/>
                    <a:pt x="1027" y="1061"/>
                    <a:pt x="1027" y="1070"/>
                  </a:cubicBezTo>
                  <a:cubicBezTo>
                    <a:pt x="1070" y="1199"/>
                    <a:pt x="1142" y="1267"/>
                    <a:pt x="1228" y="1267"/>
                  </a:cubicBezTo>
                  <a:cubicBezTo>
                    <a:pt x="1284" y="1267"/>
                    <a:pt x="1347" y="1238"/>
                    <a:pt x="1410" y="1177"/>
                  </a:cubicBezTo>
                  <a:cubicBezTo>
                    <a:pt x="1491" y="1097"/>
                    <a:pt x="1535" y="1008"/>
                    <a:pt x="1526" y="856"/>
                  </a:cubicBezTo>
                  <a:cubicBezTo>
                    <a:pt x="1482" y="669"/>
                    <a:pt x="1428" y="437"/>
                    <a:pt x="1357" y="214"/>
                  </a:cubicBezTo>
                  <a:cubicBezTo>
                    <a:pt x="1312" y="79"/>
                    <a:pt x="1191" y="0"/>
                    <a:pt x="10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5"/>
            <p:cNvSpPr/>
            <p:nvPr/>
          </p:nvSpPr>
          <p:spPr>
            <a:xfrm rot="10800000">
              <a:off x="3872074" y="4896598"/>
              <a:ext cx="241108" cy="194777"/>
            </a:xfrm>
            <a:custGeom>
              <a:avLst/>
              <a:gdLst/>
              <a:ahLst/>
              <a:cxnLst/>
              <a:rect l="l" t="t" r="r" b="b"/>
              <a:pathLst>
                <a:path w="1561" h="1261" extrusionOk="0">
                  <a:moveTo>
                    <a:pt x="1055" y="0"/>
                  </a:moveTo>
                  <a:cubicBezTo>
                    <a:pt x="1023" y="0"/>
                    <a:pt x="989" y="4"/>
                    <a:pt x="954" y="11"/>
                  </a:cubicBezTo>
                  <a:cubicBezTo>
                    <a:pt x="731" y="55"/>
                    <a:pt x="517" y="109"/>
                    <a:pt x="294" y="171"/>
                  </a:cubicBezTo>
                  <a:cubicBezTo>
                    <a:pt x="178" y="207"/>
                    <a:pt x="89" y="287"/>
                    <a:pt x="53" y="412"/>
                  </a:cubicBezTo>
                  <a:cubicBezTo>
                    <a:pt x="0" y="563"/>
                    <a:pt x="75" y="714"/>
                    <a:pt x="218" y="714"/>
                  </a:cubicBezTo>
                  <a:cubicBezTo>
                    <a:pt x="244" y="714"/>
                    <a:pt x="272" y="709"/>
                    <a:pt x="303" y="698"/>
                  </a:cubicBezTo>
                  <a:cubicBezTo>
                    <a:pt x="419" y="653"/>
                    <a:pt x="535" y="644"/>
                    <a:pt x="615" y="626"/>
                  </a:cubicBezTo>
                  <a:cubicBezTo>
                    <a:pt x="811" y="626"/>
                    <a:pt x="927" y="716"/>
                    <a:pt x="981" y="876"/>
                  </a:cubicBezTo>
                  <a:cubicBezTo>
                    <a:pt x="1008" y="956"/>
                    <a:pt x="1025" y="1046"/>
                    <a:pt x="1052" y="1126"/>
                  </a:cubicBezTo>
                  <a:cubicBezTo>
                    <a:pt x="1085" y="1217"/>
                    <a:pt x="1140" y="1260"/>
                    <a:pt x="1217" y="1260"/>
                  </a:cubicBezTo>
                  <a:cubicBezTo>
                    <a:pt x="1245" y="1260"/>
                    <a:pt x="1277" y="1254"/>
                    <a:pt x="1311" y="1242"/>
                  </a:cubicBezTo>
                  <a:cubicBezTo>
                    <a:pt x="1462" y="1179"/>
                    <a:pt x="1561" y="1010"/>
                    <a:pt x="1525" y="831"/>
                  </a:cubicBezTo>
                  <a:cubicBezTo>
                    <a:pt x="1489" y="644"/>
                    <a:pt x="1436" y="466"/>
                    <a:pt x="1391" y="278"/>
                  </a:cubicBezTo>
                  <a:cubicBezTo>
                    <a:pt x="1339" y="98"/>
                    <a:pt x="1223" y="0"/>
                    <a:pt x="10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5"/>
            <p:cNvSpPr/>
            <p:nvPr/>
          </p:nvSpPr>
          <p:spPr>
            <a:xfrm rot="-5400000">
              <a:off x="2282897" y="4907740"/>
              <a:ext cx="71884" cy="71382"/>
            </a:xfrm>
            <a:custGeom>
              <a:avLst/>
              <a:gdLst/>
              <a:ahLst/>
              <a:cxnLst/>
              <a:rect l="l" t="t" r="r" b="b"/>
              <a:pathLst>
                <a:path w="1250" h="1241" extrusionOk="0">
                  <a:moveTo>
                    <a:pt x="634" y="0"/>
                  </a:moveTo>
                  <a:cubicBezTo>
                    <a:pt x="312" y="0"/>
                    <a:pt x="9" y="312"/>
                    <a:pt x="9" y="651"/>
                  </a:cubicBezTo>
                  <a:cubicBezTo>
                    <a:pt x="0" y="963"/>
                    <a:pt x="286" y="1240"/>
                    <a:pt x="616" y="1240"/>
                  </a:cubicBezTo>
                  <a:cubicBezTo>
                    <a:pt x="937" y="1240"/>
                    <a:pt x="1240" y="937"/>
                    <a:pt x="1240" y="589"/>
                  </a:cubicBezTo>
                  <a:cubicBezTo>
                    <a:pt x="1249" y="277"/>
                    <a:pt x="964" y="0"/>
                    <a:pt x="6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5"/>
            <p:cNvSpPr/>
            <p:nvPr/>
          </p:nvSpPr>
          <p:spPr>
            <a:xfrm rot="-5400000">
              <a:off x="2933786" y="4677657"/>
              <a:ext cx="44166" cy="43198"/>
            </a:xfrm>
            <a:custGeom>
              <a:avLst/>
              <a:gdLst/>
              <a:ahLst/>
              <a:cxnLst/>
              <a:rect l="l" t="t" r="r" b="b"/>
              <a:pathLst>
                <a:path w="768" h="751" extrusionOk="0">
                  <a:moveTo>
                    <a:pt x="393" y="1"/>
                  </a:moveTo>
                  <a:cubicBezTo>
                    <a:pt x="188" y="1"/>
                    <a:pt x="9" y="188"/>
                    <a:pt x="9" y="393"/>
                  </a:cubicBezTo>
                  <a:cubicBezTo>
                    <a:pt x="0" y="590"/>
                    <a:pt x="170" y="750"/>
                    <a:pt x="375" y="750"/>
                  </a:cubicBezTo>
                  <a:cubicBezTo>
                    <a:pt x="580" y="750"/>
                    <a:pt x="759" y="572"/>
                    <a:pt x="768" y="367"/>
                  </a:cubicBezTo>
                  <a:cubicBezTo>
                    <a:pt x="768" y="170"/>
                    <a:pt x="598" y="10"/>
                    <a:pt x="3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5"/>
            <p:cNvSpPr/>
            <p:nvPr/>
          </p:nvSpPr>
          <p:spPr>
            <a:xfrm rot="-5400000">
              <a:off x="2962515" y="4859238"/>
              <a:ext cx="27259" cy="25309"/>
            </a:xfrm>
            <a:custGeom>
              <a:avLst/>
              <a:gdLst/>
              <a:ahLst/>
              <a:cxnLst/>
              <a:rect l="l" t="t" r="r" b="b"/>
              <a:pathLst>
                <a:path w="474" h="440" extrusionOk="0">
                  <a:moveTo>
                    <a:pt x="258" y="1"/>
                  </a:moveTo>
                  <a:cubicBezTo>
                    <a:pt x="252" y="1"/>
                    <a:pt x="247" y="1"/>
                    <a:pt x="242" y="1"/>
                  </a:cubicBezTo>
                  <a:cubicBezTo>
                    <a:pt x="108" y="1"/>
                    <a:pt x="1" y="126"/>
                    <a:pt x="19" y="260"/>
                  </a:cubicBezTo>
                  <a:cubicBezTo>
                    <a:pt x="35" y="362"/>
                    <a:pt x="125" y="439"/>
                    <a:pt x="233" y="439"/>
                  </a:cubicBezTo>
                  <a:cubicBezTo>
                    <a:pt x="239" y="439"/>
                    <a:pt x="245" y="439"/>
                    <a:pt x="250" y="438"/>
                  </a:cubicBezTo>
                  <a:cubicBezTo>
                    <a:pt x="375" y="429"/>
                    <a:pt x="474" y="305"/>
                    <a:pt x="465" y="189"/>
                  </a:cubicBezTo>
                  <a:cubicBezTo>
                    <a:pt x="465" y="87"/>
                    <a:pt x="367" y="1"/>
                    <a:pt x="2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5"/>
            <p:cNvSpPr/>
            <p:nvPr/>
          </p:nvSpPr>
          <p:spPr>
            <a:xfrm rot="-5400000">
              <a:off x="7330847" y="4919690"/>
              <a:ext cx="71884" cy="71382"/>
            </a:xfrm>
            <a:custGeom>
              <a:avLst/>
              <a:gdLst/>
              <a:ahLst/>
              <a:cxnLst/>
              <a:rect l="l" t="t" r="r" b="b"/>
              <a:pathLst>
                <a:path w="1250" h="1241" extrusionOk="0">
                  <a:moveTo>
                    <a:pt x="634" y="0"/>
                  </a:moveTo>
                  <a:cubicBezTo>
                    <a:pt x="312" y="0"/>
                    <a:pt x="9" y="312"/>
                    <a:pt x="9" y="651"/>
                  </a:cubicBezTo>
                  <a:cubicBezTo>
                    <a:pt x="0" y="963"/>
                    <a:pt x="286" y="1240"/>
                    <a:pt x="616" y="1240"/>
                  </a:cubicBezTo>
                  <a:cubicBezTo>
                    <a:pt x="937" y="1240"/>
                    <a:pt x="1240" y="937"/>
                    <a:pt x="1240" y="589"/>
                  </a:cubicBezTo>
                  <a:cubicBezTo>
                    <a:pt x="1249" y="277"/>
                    <a:pt x="964" y="0"/>
                    <a:pt x="6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5"/>
            <p:cNvSpPr/>
            <p:nvPr/>
          </p:nvSpPr>
          <p:spPr>
            <a:xfrm rot="-5400000">
              <a:off x="6766072" y="207340"/>
              <a:ext cx="71884" cy="71382"/>
            </a:xfrm>
            <a:custGeom>
              <a:avLst/>
              <a:gdLst/>
              <a:ahLst/>
              <a:cxnLst/>
              <a:rect l="l" t="t" r="r" b="b"/>
              <a:pathLst>
                <a:path w="1250" h="1241" extrusionOk="0">
                  <a:moveTo>
                    <a:pt x="634" y="0"/>
                  </a:moveTo>
                  <a:cubicBezTo>
                    <a:pt x="312" y="0"/>
                    <a:pt x="9" y="312"/>
                    <a:pt x="9" y="651"/>
                  </a:cubicBezTo>
                  <a:cubicBezTo>
                    <a:pt x="0" y="963"/>
                    <a:pt x="286" y="1240"/>
                    <a:pt x="616" y="1240"/>
                  </a:cubicBezTo>
                  <a:cubicBezTo>
                    <a:pt x="937" y="1240"/>
                    <a:pt x="1240" y="937"/>
                    <a:pt x="1240" y="589"/>
                  </a:cubicBezTo>
                  <a:cubicBezTo>
                    <a:pt x="1249" y="277"/>
                    <a:pt x="964" y="0"/>
                    <a:pt x="6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5"/>
            <p:cNvSpPr/>
            <p:nvPr/>
          </p:nvSpPr>
          <p:spPr>
            <a:xfrm rot="-5400000">
              <a:off x="8990322" y="104640"/>
              <a:ext cx="71884" cy="71382"/>
            </a:xfrm>
            <a:custGeom>
              <a:avLst/>
              <a:gdLst/>
              <a:ahLst/>
              <a:cxnLst/>
              <a:rect l="l" t="t" r="r" b="b"/>
              <a:pathLst>
                <a:path w="1250" h="1241" extrusionOk="0">
                  <a:moveTo>
                    <a:pt x="634" y="0"/>
                  </a:moveTo>
                  <a:cubicBezTo>
                    <a:pt x="312" y="0"/>
                    <a:pt x="9" y="312"/>
                    <a:pt x="9" y="651"/>
                  </a:cubicBezTo>
                  <a:cubicBezTo>
                    <a:pt x="0" y="963"/>
                    <a:pt x="286" y="1240"/>
                    <a:pt x="616" y="1240"/>
                  </a:cubicBezTo>
                  <a:cubicBezTo>
                    <a:pt x="937" y="1240"/>
                    <a:pt x="1240" y="937"/>
                    <a:pt x="1240" y="589"/>
                  </a:cubicBezTo>
                  <a:cubicBezTo>
                    <a:pt x="1249" y="277"/>
                    <a:pt x="964" y="0"/>
                    <a:pt x="6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taatliches"/>
              <a:buNone/>
              <a:defRPr sz="360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Char char="●"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Char char="○"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Char char="■"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Char char="●"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Char char="○"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Char char="■"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Char char="●"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Char char="○"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302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Barlow Semi Condensed"/>
              <a:buChar char="■"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63" r:id="rId9"/>
    <p:sldLayoutId id="2147483669" r:id="rId10"/>
    <p:sldLayoutId id="2147483670" r:id="rId11"/>
    <p:sldLayoutId id="214748367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sv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sv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5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7" name="Google Shape;617;p32"/>
          <p:cNvGrpSpPr/>
          <p:nvPr/>
        </p:nvGrpSpPr>
        <p:grpSpPr>
          <a:xfrm>
            <a:off x="7996250" y="4065000"/>
            <a:ext cx="394350" cy="345275"/>
            <a:chOff x="543425" y="2574125"/>
            <a:chExt cx="394350" cy="345275"/>
          </a:xfrm>
        </p:grpSpPr>
        <p:sp>
          <p:nvSpPr>
            <p:cNvPr id="618" name="Google Shape;618;p32"/>
            <p:cNvSpPr/>
            <p:nvPr/>
          </p:nvSpPr>
          <p:spPr>
            <a:xfrm>
              <a:off x="544325" y="2804275"/>
              <a:ext cx="392550" cy="115125"/>
            </a:xfrm>
            <a:custGeom>
              <a:avLst/>
              <a:gdLst/>
              <a:ahLst/>
              <a:cxnLst/>
              <a:rect l="l" t="t" r="r" b="b"/>
              <a:pathLst>
                <a:path w="15702" h="4605" extrusionOk="0">
                  <a:moveTo>
                    <a:pt x="2534" y="1"/>
                  </a:moveTo>
                  <a:lnTo>
                    <a:pt x="1374" y="920"/>
                  </a:lnTo>
                  <a:lnTo>
                    <a:pt x="1" y="920"/>
                  </a:lnTo>
                  <a:lnTo>
                    <a:pt x="1" y="2302"/>
                  </a:lnTo>
                  <a:cubicBezTo>
                    <a:pt x="1" y="3569"/>
                    <a:pt x="1062" y="4604"/>
                    <a:pt x="2329" y="4604"/>
                  </a:cubicBezTo>
                  <a:lnTo>
                    <a:pt x="13373" y="4604"/>
                  </a:lnTo>
                  <a:cubicBezTo>
                    <a:pt x="14640" y="4604"/>
                    <a:pt x="15702" y="3569"/>
                    <a:pt x="15702" y="2302"/>
                  </a:cubicBezTo>
                  <a:lnTo>
                    <a:pt x="15702" y="920"/>
                  </a:lnTo>
                  <a:lnTo>
                    <a:pt x="14328" y="920"/>
                  </a:lnTo>
                  <a:lnTo>
                    <a:pt x="1337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19" name="Google Shape;619;p32"/>
            <p:cNvSpPr/>
            <p:nvPr/>
          </p:nvSpPr>
          <p:spPr>
            <a:xfrm>
              <a:off x="740600" y="2804275"/>
              <a:ext cx="196275" cy="115125"/>
            </a:xfrm>
            <a:custGeom>
              <a:avLst/>
              <a:gdLst/>
              <a:ahLst/>
              <a:cxnLst/>
              <a:rect l="l" t="t" r="r" b="b"/>
              <a:pathLst>
                <a:path w="7851" h="4605" extrusionOk="0">
                  <a:moveTo>
                    <a:pt x="0" y="1"/>
                  </a:moveTo>
                  <a:lnTo>
                    <a:pt x="0" y="4604"/>
                  </a:lnTo>
                  <a:lnTo>
                    <a:pt x="5522" y="4604"/>
                  </a:lnTo>
                  <a:cubicBezTo>
                    <a:pt x="6789" y="4604"/>
                    <a:pt x="7851" y="3569"/>
                    <a:pt x="7851" y="2302"/>
                  </a:cubicBezTo>
                  <a:lnTo>
                    <a:pt x="7851" y="920"/>
                  </a:lnTo>
                  <a:lnTo>
                    <a:pt x="6477" y="920"/>
                  </a:lnTo>
                  <a:lnTo>
                    <a:pt x="552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20" name="Google Shape;620;p32"/>
            <p:cNvSpPr/>
            <p:nvPr/>
          </p:nvSpPr>
          <p:spPr>
            <a:xfrm>
              <a:off x="578675" y="2758350"/>
              <a:ext cx="323850" cy="68925"/>
            </a:xfrm>
            <a:custGeom>
              <a:avLst/>
              <a:gdLst/>
              <a:ahLst/>
              <a:cxnLst/>
              <a:rect l="l" t="t" r="r" b="b"/>
              <a:pathLst>
                <a:path w="12954" h="2757" extrusionOk="0">
                  <a:moveTo>
                    <a:pt x="0" y="0"/>
                  </a:moveTo>
                  <a:lnTo>
                    <a:pt x="0" y="2757"/>
                  </a:lnTo>
                  <a:lnTo>
                    <a:pt x="12954" y="2757"/>
                  </a:lnTo>
                  <a:lnTo>
                    <a:pt x="129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21" name="Google Shape;621;p32"/>
            <p:cNvSpPr/>
            <p:nvPr/>
          </p:nvSpPr>
          <p:spPr>
            <a:xfrm>
              <a:off x="740600" y="2758350"/>
              <a:ext cx="161925" cy="68925"/>
            </a:xfrm>
            <a:custGeom>
              <a:avLst/>
              <a:gdLst/>
              <a:ahLst/>
              <a:cxnLst/>
              <a:rect l="l" t="t" r="r" b="b"/>
              <a:pathLst>
                <a:path w="6477" h="2757" extrusionOk="0">
                  <a:moveTo>
                    <a:pt x="0" y="0"/>
                  </a:moveTo>
                  <a:lnTo>
                    <a:pt x="0" y="2757"/>
                  </a:lnTo>
                  <a:lnTo>
                    <a:pt x="6477" y="2757"/>
                  </a:lnTo>
                  <a:lnTo>
                    <a:pt x="64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22" name="Google Shape;622;p32"/>
            <p:cNvSpPr/>
            <p:nvPr/>
          </p:nvSpPr>
          <p:spPr>
            <a:xfrm>
              <a:off x="619475" y="2762800"/>
              <a:ext cx="240450" cy="113325"/>
            </a:xfrm>
            <a:custGeom>
              <a:avLst/>
              <a:gdLst/>
              <a:ahLst/>
              <a:cxnLst/>
              <a:rect l="l" t="t" r="r" b="b"/>
              <a:pathLst>
                <a:path w="9618" h="4533" extrusionOk="0">
                  <a:moveTo>
                    <a:pt x="4845" y="1"/>
                  </a:moveTo>
                  <a:lnTo>
                    <a:pt x="1" y="902"/>
                  </a:lnTo>
                  <a:lnTo>
                    <a:pt x="4845" y="4532"/>
                  </a:lnTo>
                  <a:lnTo>
                    <a:pt x="9618" y="955"/>
                  </a:lnTo>
                  <a:lnTo>
                    <a:pt x="48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23" name="Google Shape;623;p32"/>
            <p:cNvSpPr/>
            <p:nvPr/>
          </p:nvSpPr>
          <p:spPr>
            <a:xfrm>
              <a:off x="740600" y="2762800"/>
              <a:ext cx="119325" cy="113325"/>
            </a:xfrm>
            <a:custGeom>
              <a:avLst/>
              <a:gdLst/>
              <a:ahLst/>
              <a:cxnLst/>
              <a:rect l="l" t="t" r="r" b="b"/>
              <a:pathLst>
                <a:path w="4773" h="4533" extrusionOk="0">
                  <a:moveTo>
                    <a:pt x="0" y="1"/>
                  </a:moveTo>
                  <a:lnTo>
                    <a:pt x="0" y="4532"/>
                  </a:lnTo>
                  <a:lnTo>
                    <a:pt x="4773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24" name="Google Shape;624;p32"/>
            <p:cNvSpPr/>
            <p:nvPr/>
          </p:nvSpPr>
          <p:spPr>
            <a:xfrm>
              <a:off x="543425" y="2720650"/>
              <a:ext cx="394350" cy="83500"/>
            </a:xfrm>
            <a:custGeom>
              <a:avLst/>
              <a:gdLst/>
              <a:ahLst/>
              <a:cxnLst/>
              <a:rect l="l" t="t" r="r" b="b"/>
              <a:pathLst>
                <a:path w="15774" h="3340" extrusionOk="0">
                  <a:moveTo>
                    <a:pt x="715" y="0"/>
                  </a:moveTo>
                  <a:lnTo>
                    <a:pt x="1" y="2882"/>
                  </a:lnTo>
                  <a:lnTo>
                    <a:pt x="572" y="2882"/>
                  </a:lnTo>
                  <a:cubicBezTo>
                    <a:pt x="839" y="2882"/>
                    <a:pt x="1098" y="2793"/>
                    <a:pt x="1375" y="2704"/>
                  </a:cubicBezTo>
                  <a:cubicBezTo>
                    <a:pt x="1694" y="2600"/>
                    <a:pt x="2023" y="2492"/>
                    <a:pt x="2384" y="2492"/>
                  </a:cubicBezTo>
                  <a:cubicBezTo>
                    <a:pt x="2709" y="2492"/>
                    <a:pt x="3060" y="2580"/>
                    <a:pt x="3453" y="2837"/>
                  </a:cubicBezTo>
                  <a:cubicBezTo>
                    <a:pt x="3953" y="3176"/>
                    <a:pt x="4524" y="3337"/>
                    <a:pt x="5095" y="3337"/>
                  </a:cubicBezTo>
                  <a:cubicBezTo>
                    <a:pt x="5657" y="3337"/>
                    <a:pt x="6237" y="3176"/>
                    <a:pt x="6727" y="2837"/>
                  </a:cubicBezTo>
                  <a:cubicBezTo>
                    <a:pt x="7075" y="2614"/>
                    <a:pt x="7486" y="2498"/>
                    <a:pt x="7887" y="2498"/>
                  </a:cubicBezTo>
                  <a:cubicBezTo>
                    <a:pt x="8324" y="2507"/>
                    <a:pt x="8699" y="2614"/>
                    <a:pt x="9047" y="2837"/>
                  </a:cubicBezTo>
                  <a:cubicBezTo>
                    <a:pt x="9542" y="3172"/>
                    <a:pt x="10111" y="3339"/>
                    <a:pt x="10681" y="3339"/>
                  </a:cubicBezTo>
                  <a:cubicBezTo>
                    <a:pt x="11250" y="3339"/>
                    <a:pt x="11821" y="3172"/>
                    <a:pt x="12321" y="2837"/>
                  </a:cubicBezTo>
                  <a:cubicBezTo>
                    <a:pt x="12708" y="2581"/>
                    <a:pt x="13059" y="2493"/>
                    <a:pt x="13385" y="2493"/>
                  </a:cubicBezTo>
                  <a:cubicBezTo>
                    <a:pt x="13752" y="2493"/>
                    <a:pt x="14088" y="2604"/>
                    <a:pt x="14408" y="2712"/>
                  </a:cubicBezTo>
                  <a:cubicBezTo>
                    <a:pt x="14676" y="2802"/>
                    <a:pt x="14935" y="2882"/>
                    <a:pt x="15202" y="2882"/>
                  </a:cubicBezTo>
                  <a:lnTo>
                    <a:pt x="15773" y="2882"/>
                  </a:lnTo>
                  <a:lnTo>
                    <a:pt x="1506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25" name="Google Shape;625;p32"/>
            <p:cNvSpPr/>
            <p:nvPr/>
          </p:nvSpPr>
          <p:spPr>
            <a:xfrm>
              <a:off x="740600" y="2720650"/>
              <a:ext cx="197175" cy="83500"/>
            </a:xfrm>
            <a:custGeom>
              <a:avLst/>
              <a:gdLst/>
              <a:ahLst/>
              <a:cxnLst/>
              <a:rect l="l" t="t" r="r" b="b"/>
              <a:pathLst>
                <a:path w="7887" h="3340" extrusionOk="0">
                  <a:moveTo>
                    <a:pt x="0" y="0"/>
                  </a:moveTo>
                  <a:lnTo>
                    <a:pt x="0" y="2498"/>
                  </a:lnTo>
                  <a:cubicBezTo>
                    <a:pt x="437" y="2507"/>
                    <a:pt x="812" y="2614"/>
                    <a:pt x="1160" y="2837"/>
                  </a:cubicBezTo>
                  <a:cubicBezTo>
                    <a:pt x="1655" y="3172"/>
                    <a:pt x="2224" y="3339"/>
                    <a:pt x="2794" y="3339"/>
                  </a:cubicBezTo>
                  <a:cubicBezTo>
                    <a:pt x="3363" y="3339"/>
                    <a:pt x="3934" y="3172"/>
                    <a:pt x="4434" y="2837"/>
                  </a:cubicBezTo>
                  <a:cubicBezTo>
                    <a:pt x="4821" y="2581"/>
                    <a:pt x="5172" y="2493"/>
                    <a:pt x="5498" y="2493"/>
                  </a:cubicBezTo>
                  <a:cubicBezTo>
                    <a:pt x="5865" y="2493"/>
                    <a:pt x="6201" y="2604"/>
                    <a:pt x="6521" y="2712"/>
                  </a:cubicBezTo>
                  <a:cubicBezTo>
                    <a:pt x="6789" y="2802"/>
                    <a:pt x="7048" y="2882"/>
                    <a:pt x="7315" y="2882"/>
                  </a:cubicBezTo>
                  <a:lnTo>
                    <a:pt x="7886" y="2882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26" name="Google Shape;626;p32"/>
            <p:cNvSpPr/>
            <p:nvPr/>
          </p:nvSpPr>
          <p:spPr>
            <a:xfrm>
              <a:off x="544325" y="2574125"/>
              <a:ext cx="392550" cy="161275"/>
            </a:xfrm>
            <a:custGeom>
              <a:avLst/>
              <a:gdLst/>
              <a:ahLst/>
              <a:cxnLst/>
              <a:rect l="l" t="t" r="r" b="b"/>
              <a:pathLst>
                <a:path w="15702" h="6451" extrusionOk="0">
                  <a:moveTo>
                    <a:pt x="5086" y="0"/>
                  </a:moveTo>
                  <a:cubicBezTo>
                    <a:pt x="2302" y="0"/>
                    <a:pt x="1" y="2275"/>
                    <a:pt x="1" y="5068"/>
                  </a:cubicBezTo>
                  <a:lnTo>
                    <a:pt x="1" y="6450"/>
                  </a:lnTo>
                  <a:lnTo>
                    <a:pt x="15702" y="6450"/>
                  </a:lnTo>
                  <a:lnTo>
                    <a:pt x="15702" y="5068"/>
                  </a:lnTo>
                  <a:cubicBezTo>
                    <a:pt x="15702" y="2275"/>
                    <a:pt x="13400" y="0"/>
                    <a:pt x="106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27" name="Google Shape;627;p32"/>
            <p:cNvSpPr/>
            <p:nvPr/>
          </p:nvSpPr>
          <p:spPr>
            <a:xfrm>
              <a:off x="740600" y="2574125"/>
              <a:ext cx="196275" cy="161275"/>
            </a:xfrm>
            <a:custGeom>
              <a:avLst/>
              <a:gdLst/>
              <a:ahLst/>
              <a:cxnLst/>
              <a:rect l="l" t="t" r="r" b="b"/>
              <a:pathLst>
                <a:path w="7851" h="6451" extrusionOk="0">
                  <a:moveTo>
                    <a:pt x="0" y="0"/>
                  </a:moveTo>
                  <a:lnTo>
                    <a:pt x="0" y="6450"/>
                  </a:lnTo>
                  <a:lnTo>
                    <a:pt x="7851" y="6450"/>
                  </a:lnTo>
                  <a:lnTo>
                    <a:pt x="7851" y="5068"/>
                  </a:lnTo>
                  <a:cubicBezTo>
                    <a:pt x="7851" y="2275"/>
                    <a:pt x="5549" y="0"/>
                    <a:pt x="27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28" name="Google Shape;628;p32"/>
            <p:cNvSpPr/>
            <p:nvPr/>
          </p:nvSpPr>
          <p:spPr>
            <a:xfrm>
              <a:off x="660075" y="2620300"/>
              <a:ext cx="23000" cy="22975"/>
            </a:xfrm>
            <a:custGeom>
              <a:avLst/>
              <a:gdLst/>
              <a:ahLst/>
              <a:cxnLst/>
              <a:rect l="l" t="t" r="r" b="b"/>
              <a:pathLst>
                <a:path w="920" h="919" extrusionOk="0">
                  <a:moveTo>
                    <a:pt x="1" y="0"/>
                  </a:moveTo>
                  <a:lnTo>
                    <a:pt x="1" y="919"/>
                  </a:lnTo>
                  <a:lnTo>
                    <a:pt x="919" y="919"/>
                  </a:lnTo>
                  <a:lnTo>
                    <a:pt x="91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29" name="Google Shape;629;p32"/>
            <p:cNvSpPr/>
            <p:nvPr/>
          </p:nvSpPr>
          <p:spPr>
            <a:xfrm>
              <a:off x="729000" y="2620300"/>
              <a:ext cx="23225" cy="22975"/>
            </a:xfrm>
            <a:custGeom>
              <a:avLst/>
              <a:gdLst/>
              <a:ahLst/>
              <a:cxnLst/>
              <a:rect l="l" t="t" r="r" b="b"/>
              <a:pathLst>
                <a:path w="929" h="919" extrusionOk="0">
                  <a:moveTo>
                    <a:pt x="0" y="0"/>
                  </a:moveTo>
                  <a:lnTo>
                    <a:pt x="0" y="919"/>
                  </a:lnTo>
                  <a:lnTo>
                    <a:pt x="928" y="919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30" name="Google Shape;630;p32"/>
            <p:cNvSpPr/>
            <p:nvPr/>
          </p:nvSpPr>
          <p:spPr>
            <a:xfrm>
              <a:off x="798125" y="2620300"/>
              <a:ext cx="23000" cy="22975"/>
            </a:xfrm>
            <a:custGeom>
              <a:avLst/>
              <a:gdLst/>
              <a:ahLst/>
              <a:cxnLst/>
              <a:rect l="l" t="t" r="r" b="b"/>
              <a:pathLst>
                <a:path w="920" h="919" extrusionOk="0">
                  <a:moveTo>
                    <a:pt x="1" y="0"/>
                  </a:moveTo>
                  <a:lnTo>
                    <a:pt x="1" y="919"/>
                  </a:lnTo>
                  <a:lnTo>
                    <a:pt x="920" y="919"/>
                  </a:lnTo>
                  <a:lnTo>
                    <a:pt x="9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31" name="Google Shape;631;p32"/>
            <p:cNvSpPr/>
            <p:nvPr/>
          </p:nvSpPr>
          <p:spPr>
            <a:xfrm>
              <a:off x="694650" y="2666225"/>
              <a:ext cx="23000" cy="23000"/>
            </a:xfrm>
            <a:custGeom>
              <a:avLst/>
              <a:gdLst/>
              <a:ahLst/>
              <a:cxnLst/>
              <a:rect l="l" t="t" r="r" b="b"/>
              <a:pathLst>
                <a:path w="920" h="920" extrusionOk="0">
                  <a:moveTo>
                    <a:pt x="0" y="1"/>
                  </a:moveTo>
                  <a:lnTo>
                    <a:pt x="0" y="920"/>
                  </a:lnTo>
                  <a:lnTo>
                    <a:pt x="919" y="920"/>
                  </a:lnTo>
                  <a:lnTo>
                    <a:pt x="9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32" name="Google Shape;632;p32"/>
            <p:cNvSpPr/>
            <p:nvPr/>
          </p:nvSpPr>
          <p:spPr>
            <a:xfrm>
              <a:off x="763550" y="2666225"/>
              <a:ext cx="23000" cy="23000"/>
            </a:xfrm>
            <a:custGeom>
              <a:avLst/>
              <a:gdLst/>
              <a:ahLst/>
              <a:cxnLst/>
              <a:rect l="l" t="t" r="r" b="b"/>
              <a:pathLst>
                <a:path w="920" h="920" extrusionOk="0">
                  <a:moveTo>
                    <a:pt x="1" y="1"/>
                  </a:moveTo>
                  <a:lnTo>
                    <a:pt x="1" y="920"/>
                  </a:lnTo>
                  <a:lnTo>
                    <a:pt x="920" y="920"/>
                  </a:lnTo>
                  <a:lnTo>
                    <a:pt x="9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33" name="Google Shape;633;p32"/>
            <p:cNvSpPr/>
            <p:nvPr/>
          </p:nvSpPr>
          <p:spPr>
            <a:xfrm>
              <a:off x="844075" y="2666225"/>
              <a:ext cx="23000" cy="23000"/>
            </a:xfrm>
            <a:custGeom>
              <a:avLst/>
              <a:gdLst/>
              <a:ahLst/>
              <a:cxnLst/>
              <a:rect l="l" t="t" r="r" b="b"/>
              <a:pathLst>
                <a:path w="920" h="920" extrusionOk="0">
                  <a:moveTo>
                    <a:pt x="0" y="1"/>
                  </a:moveTo>
                  <a:lnTo>
                    <a:pt x="0" y="920"/>
                  </a:lnTo>
                  <a:lnTo>
                    <a:pt x="919" y="920"/>
                  </a:lnTo>
                  <a:lnTo>
                    <a:pt x="9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34" name="Google Shape;634;p32"/>
            <p:cNvSpPr/>
            <p:nvPr/>
          </p:nvSpPr>
          <p:spPr>
            <a:xfrm>
              <a:off x="614125" y="2666225"/>
              <a:ext cx="23000" cy="23000"/>
            </a:xfrm>
            <a:custGeom>
              <a:avLst/>
              <a:gdLst/>
              <a:ahLst/>
              <a:cxnLst/>
              <a:rect l="l" t="t" r="r" b="b"/>
              <a:pathLst>
                <a:path w="920" h="920" extrusionOk="0">
                  <a:moveTo>
                    <a:pt x="1" y="1"/>
                  </a:moveTo>
                  <a:lnTo>
                    <a:pt x="1" y="920"/>
                  </a:lnTo>
                  <a:lnTo>
                    <a:pt x="920" y="920"/>
                  </a:lnTo>
                  <a:lnTo>
                    <a:pt x="9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35" name="Google Shape;635;p32"/>
            <p:cNvSpPr/>
            <p:nvPr/>
          </p:nvSpPr>
          <p:spPr>
            <a:xfrm>
              <a:off x="740600" y="2620300"/>
              <a:ext cx="11625" cy="22975"/>
            </a:xfrm>
            <a:custGeom>
              <a:avLst/>
              <a:gdLst/>
              <a:ahLst/>
              <a:cxnLst/>
              <a:rect l="l" t="t" r="r" b="b"/>
              <a:pathLst>
                <a:path w="465" h="919" extrusionOk="0">
                  <a:moveTo>
                    <a:pt x="0" y="0"/>
                  </a:moveTo>
                  <a:lnTo>
                    <a:pt x="0" y="919"/>
                  </a:lnTo>
                  <a:lnTo>
                    <a:pt x="464" y="919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</p:grpSp>
      <p:grpSp>
        <p:nvGrpSpPr>
          <p:cNvPr id="636" name="Google Shape;636;p32"/>
          <p:cNvGrpSpPr/>
          <p:nvPr/>
        </p:nvGrpSpPr>
        <p:grpSpPr>
          <a:xfrm>
            <a:off x="5156250" y="4603500"/>
            <a:ext cx="349500" cy="392550"/>
            <a:chOff x="5156250" y="4603500"/>
            <a:chExt cx="349500" cy="392550"/>
          </a:xfrm>
        </p:grpSpPr>
        <p:sp>
          <p:nvSpPr>
            <p:cNvPr id="637" name="Google Shape;637;p32"/>
            <p:cNvSpPr/>
            <p:nvPr/>
          </p:nvSpPr>
          <p:spPr>
            <a:xfrm>
              <a:off x="5377050" y="4649450"/>
              <a:ext cx="69150" cy="207875"/>
            </a:xfrm>
            <a:custGeom>
              <a:avLst/>
              <a:gdLst/>
              <a:ahLst/>
              <a:cxnLst/>
              <a:rect l="l" t="t" r="r" b="b"/>
              <a:pathLst>
                <a:path w="2766" h="8315" extrusionOk="0">
                  <a:moveTo>
                    <a:pt x="919" y="0"/>
                  </a:moveTo>
                  <a:lnTo>
                    <a:pt x="0" y="2302"/>
                  </a:lnTo>
                  <a:lnTo>
                    <a:pt x="0" y="7396"/>
                  </a:lnTo>
                  <a:lnTo>
                    <a:pt x="919" y="8315"/>
                  </a:lnTo>
                  <a:lnTo>
                    <a:pt x="2766" y="8315"/>
                  </a:lnTo>
                  <a:lnTo>
                    <a:pt x="2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38" name="Google Shape;638;p32"/>
            <p:cNvSpPr/>
            <p:nvPr/>
          </p:nvSpPr>
          <p:spPr>
            <a:xfrm>
              <a:off x="5423000" y="4649450"/>
              <a:ext cx="23200" cy="207875"/>
            </a:xfrm>
            <a:custGeom>
              <a:avLst/>
              <a:gdLst/>
              <a:ahLst/>
              <a:cxnLst/>
              <a:rect l="l" t="t" r="r" b="b"/>
              <a:pathLst>
                <a:path w="928" h="8315" extrusionOk="0">
                  <a:moveTo>
                    <a:pt x="0" y="0"/>
                  </a:moveTo>
                  <a:lnTo>
                    <a:pt x="0" y="8315"/>
                  </a:lnTo>
                  <a:lnTo>
                    <a:pt x="928" y="8315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39" name="Google Shape;639;p32"/>
            <p:cNvSpPr/>
            <p:nvPr/>
          </p:nvSpPr>
          <p:spPr>
            <a:xfrm>
              <a:off x="5331100" y="4626475"/>
              <a:ext cx="68950" cy="207875"/>
            </a:xfrm>
            <a:custGeom>
              <a:avLst/>
              <a:gdLst/>
              <a:ahLst/>
              <a:cxnLst/>
              <a:rect l="l" t="t" r="r" b="b"/>
              <a:pathLst>
                <a:path w="2758" h="8315" extrusionOk="0">
                  <a:moveTo>
                    <a:pt x="919" y="1"/>
                  </a:moveTo>
                  <a:lnTo>
                    <a:pt x="1" y="2275"/>
                  </a:lnTo>
                  <a:lnTo>
                    <a:pt x="1" y="7396"/>
                  </a:lnTo>
                  <a:lnTo>
                    <a:pt x="919" y="8315"/>
                  </a:lnTo>
                  <a:lnTo>
                    <a:pt x="2757" y="8315"/>
                  </a:lnTo>
                  <a:lnTo>
                    <a:pt x="275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40" name="Google Shape;640;p32"/>
            <p:cNvSpPr/>
            <p:nvPr/>
          </p:nvSpPr>
          <p:spPr>
            <a:xfrm>
              <a:off x="5377050" y="4626475"/>
              <a:ext cx="23000" cy="207875"/>
            </a:xfrm>
            <a:custGeom>
              <a:avLst/>
              <a:gdLst/>
              <a:ahLst/>
              <a:cxnLst/>
              <a:rect l="l" t="t" r="r" b="b"/>
              <a:pathLst>
                <a:path w="920" h="8315" extrusionOk="0">
                  <a:moveTo>
                    <a:pt x="0" y="1"/>
                  </a:moveTo>
                  <a:lnTo>
                    <a:pt x="0" y="8315"/>
                  </a:lnTo>
                  <a:lnTo>
                    <a:pt x="919" y="8315"/>
                  </a:lnTo>
                  <a:lnTo>
                    <a:pt x="91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41" name="Google Shape;641;p32"/>
            <p:cNvSpPr/>
            <p:nvPr/>
          </p:nvSpPr>
          <p:spPr>
            <a:xfrm>
              <a:off x="5284925" y="4603500"/>
              <a:ext cx="69175" cy="207900"/>
            </a:xfrm>
            <a:custGeom>
              <a:avLst/>
              <a:gdLst/>
              <a:ahLst/>
              <a:cxnLst/>
              <a:rect l="l" t="t" r="r" b="b"/>
              <a:pathLst>
                <a:path w="2767" h="8316" extrusionOk="0">
                  <a:moveTo>
                    <a:pt x="929" y="1"/>
                  </a:moveTo>
                  <a:lnTo>
                    <a:pt x="929" y="920"/>
                  </a:lnTo>
                  <a:lnTo>
                    <a:pt x="1" y="2267"/>
                  </a:lnTo>
                  <a:lnTo>
                    <a:pt x="1" y="7396"/>
                  </a:lnTo>
                  <a:lnTo>
                    <a:pt x="929" y="8315"/>
                  </a:lnTo>
                  <a:lnTo>
                    <a:pt x="2766" y="8315"/>
                  </a:lnTo>
                  <a:lnTo>
                    <a:pt x="276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42" name="Google Shape;642;p32"/>
            <p:cNvSpPr/>
            <p:nvPr/>
          </p:nvSpPr>
          <p:spPr>
            <a:xfrm>
              <a:off x="5331100" y="4603500"/>
              <a:ext cx="23000" cy="207900"/>
            </a:xfrm>
            <a:custGeom>
              <a:avLst/>
              <a:gdLst/>
              <a:ahLst/>
              <a:cxnLst/>
              <a:rect l="l" t="t" r="r" b="b"/>
              <a:pathLst>
                <a:path w="920" h="8316" extrusionOk="0">
                  <a:moveTo>
                    <a:pt x="1" y="1"/>
                  </a:moveTo>
                  <a:lnTo>
                    <a:pt x="1" y="8315"/>
                  </a:lnTo>
                  <a:lnTo>
                    <a:pt x="919" y="8315"/>
                  </a:lnTo>
                  <a:lnTo>
                    <a:pt x="91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43" name="Google Shape;643;p32"/>
            <p:cNvSpPr/>
            <p:nvPr/>
          </p:nvSpPr>
          <p:spPr>
            <a:xfrm>
              <a:off x="5239000" y="4626475"/>
              <a:ext cx="69150" cy="207875"/>
            </a:xfrm>
            <a:custGeom>
              <a:avLst/>
              <a:gdLst/>
              <a:ahLst/>
              <a:cxnLst/>
              <a:rect l="l" t="t" r="r" b="b"/>
              <a:pathLst>
                <a:path w="2766" h="8315" extrusionOk="0">
                  <a:moveTo>
                    <a:pt x="919" y="1"/>
                  </a:moveTo>
                  <a:lnTo>
                    <a:pt x="919" y="919"/>
                  </a:lnTo>
                  <a:lnTo>
                    <a:pt x="0" y="2275"/>
                  </a:lnTo>
                  <a:lnTo>
                    <a:pt x="0" y="7396"/>
                  </a:lnTo>
                  <a:lnTo>
                    <a:pt x="919" y="8315"/>
                  </a:lnTo>
                  <a:lnTo>
                    <a:pt x="2766" y="8315"/>
                  </a:lnTo>
                  <a:lnTo>
                    <a:pt x="276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44" name="Google Shape;644;p32"/>
            <p:cNvSpPr/>
            <p:nvPr/>
          </p:nvSpPr>
          <p:spPr>
            <a:xfrm>
              <a:off x="5284925" y="4626475"/>
              <a:ext cx="23225" cy="207875"/>
            </a:xfrm>
            <a:custGeom>
              <a:avLst/>
              <a:gdLst/>
              <a:ahLst/>
              <a:cxnLst/>
              <a:rect l="l" t="t" r="r" b="b"/>
              <a:pathLst>
                <a:path w="929" h="8315" extrusionOk="0">
                  <a:moveTo>
                    <a:pt x="1" y="1"/>
                  </a:moveTo>
                  <a:lnTo>
                    <a:pt x="1" y="8315"/>
                  </a:lnTo>
                  <a:lnTo>
                    <a:pt x="929" y="8315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45" name="Google Shape;645;p32"/>
            <p:cNvSpPr/>
            <p:nvPr/>
          </p:nvSpPr>
          <p:spPr>
            <a:xfrm>
              <a:off x="5216025" y="4649450"/>
              <a:ext cx="45975" cy="207875"/>
            </a:xfrm>
            <a:custGeom>
              <a:avLst/>
              <a:gdLst/>
              <a:ahLst/>
              <a:cxnLst/>
              <a:rect l="l" t="t" r="r" b="b"/>
              <a:pathLst>
                <a:path w="1839" h="8315" extrusionOk="0">
                  <a:moveTo>
                    <a:pt x="0" y="0"/>
                  </a:moveTo>
                  <a:lnTo>
                    <a:pt x="0" y="8315"/>
                  </a:lnTo>
                  <a:lnTo>
                    <a:pt x="1838" y="8315"/>
                  </a:lnTo>
                  <a:lnTo>
                    <a:pt x="183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46" name="Google Shape;646;p32"/>
            <p:cNvSpPr/>
            <p:nvPr/>
          </p:nvSpPr>
          <p:spPr>
            <a:xfrm>
              <a:off x="5239000" y="4649450"/>
              <a:ext cx="23000" cy="207875"/>
            </a:xfrm>
            <a:custGeom>
              <a:avLst/>
              <a:gdLst/>
              <a:ahLst/>
              <a:cxnLst/>
              <a:rect l="l" t="t" r="r" b="b"/>
              <a:pathLst>
                <a:path w="920" h="8315" extrusionOk="0">
                  <a:moveTo>
                    <a:pt x="0" y="0"/>
                  </a:moveTo>
                  <a:lnTo>
                    <a:pt x="0" y="8315"/>
                  </a:lnTo>
                  <a:lnTo>
                    <a:pt x="919" y="8315"/>
                  </a:lnTo>
                  <a:lnTo>
                    <a:pt x="91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47" name="Google Shape;647;p32"/>
            <p:cNvSpPr/>
            <p:nvPr/>
          </p:nvSpPr>
          <p:spPr>
            <a:xfrm>
              <a:off x="5156250" y="4696275"/>
              <a:ext cx="349275" cy="299775"/>
            </a:xfrm>
            <a:custGeom>
              <a:avLst/>
              <a:gdLst/>
              <a:ahLst/>
              <a:cxnLst/>
              <a:rect l="l" t="t" r="r" b="b"/>
              <a:pathLst>
                <a:path w="13971" h="11991" extrusionOk="0">
                  <a:moveTo>
                    <a:pt x="1" y="1"/>
                  </a:moveTo>
                  <a:lnTo>
                    <a:pt x="1999" y="11991"/>
                  </a:lnTo>
                  <a:lnTo>
                    <a:pt x="11973" y="11991"/>
                  </a:lnTo>
                  <a:lnTo>
                    <a:pt x="13971" y="1"/>
                  </a:lnTo>
                  <a:lnTo>
                    <a:pt x="13427" y="1"/>
                  </a:lnTo>
                  <a:cubicBezTo>
                    <a:pt x="11874" y="1"/>
                    <a:pt x="10545" y="1116"/>
                    <a:pt x="10295" y="2650"/>
                  </a:cubicBezTo>
                  <a:lnTo>
                    <a:pt x="10278" y="2757"/>
                  </a:lnTo>
                  <a:lnTo>
                    <a:pt x="3685" y="2757"/>
                  </a:lnTo>
                  <a:lnTo>
                    <a:pt x="3667" y="2650"/>
                  </a:lnTo>
                  <a:cubicBezTo>
                    <a:pt x="3417" y="1116"/>
                    <a:pt x="2097" y="1"/>
                    <a:pt x="5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48" name="Google Shape;648;p32"/>
            <p:cNvSpPr/>
            <p:nvPr/>
          </p:nvSpPr>
          <p:spPr>
            <a:xfrm>
              <a:off x="5331100" y="4696275"/>
              <a:ext cx="174650" cy="299775"/>
            </a:xfrm>
            <a:custGeom>
              <a:avLst/>
              <a:gdLst/>
              <a:ahLst/>
              <a:cxnLst/>
              <a:rect l="l" t="t" r="r" b="b"/>
              <a:pathLst>
                <a:path w="6986" h="11991" extrusionOk="0">
                  <a:moveTo>
                    <a:pt x="6442" y="1"/>
                  </a:moveTo>
                  <a:cubicBezTo>
                    <a:pt x="4889" y="1"/>
                    <a:pt x="3560" y="1116"/>
                    <a:pt x="3310" y="2650"/>
                  </a:cubicBezTo>
                  <a:lnTo>
                    <a:pt x="3292" y="2757"/>
                  </a:lnTo>
                  <a:lnTo>
                    <a:pt x="1" y="2757"/>
                  </a:lnTo>
                  <a:lnTo>
                    <a:pt x="1" y="11991"/>
                  </a:lnTo>
                  <a:lnTo>
                    <a:pt x="4987" y="11991"/>
                  </a:lnTo>
                  <a:lnTo>
                    <a:pt x="69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49" name="Google Shape;649;p32"/>
            <p:cNvSpPr/>
            <p:nvPr/>
          </p:nvSpPr>
          <p:spPr>
            <a:xfrm>
              <a:off x="5250375" y="4811375"/>
              <a:ext cx="161050" cy="138075"/>
            </a:xfrm>
            <a:custGeom>
              <a:avLst/>
              <a:gdLst/>
              <a:ahLst/>
              <a:cxnLst/>
              <a:rect l="l" t="t" r="r" b="b"/>
              <a:pathLst>
                <a:path w="6442" h="5523" extrusionOk="0">
                  <a:moveTo>
                    <a:pt x="3221" y="0"/>
                  </a:moveTo>
                  <a:cubicBezTo>
                    <a:pt x="1445" y="0"/>
                    <a:pt x="0" y="1240"/>
                    <a:pt x="0" y="2757"/>
                  </a:cubicBezTo>
                  <a:cubicBezTo>
                    <a:pt x="0" y="4273"/>
                    <a:pt x="1445" y="5522"/>
                    <a:pt x="3221" y="5522"/>
                  </a:cubicBezTo>
                  <a:cubicBezTo>
                    <a:pt x="4996" y="5522"/>
                    <a:pt x="6441" y="4273"/>
                    <a:pt x="6441" y="2757"/>
                  </a:cubicBezTo>
                  <a:cubicBezTo>
                    <a:pt x="6441" y="1240"/>
                    <a:pt x="4996" y="0"/>
                    <a:pt x="32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50" name="Google Shape;650;p32"/>
            <p:cNvSpPr/>
            <p:nvPr/>
          </p:nvSpPr>
          <p:spPr>
            <a:xfrm>
              <a:off x="5331100" y="4811375"/>
              <a:ext cx="80550" cy="138075"/>
            </a:xfrm>
            <a:custGeom>
              <a:avLst/>
              <a:gdLst/>
              <a:ahLst/>
              <a:cxnLst/>
              <a:rect l="l" t="t" r="r" b="b"/>
              <a:pathLst>
                <a:path w="3222" h="5523" extrusionOk="0">
                  <a:moveTo>
                    <a:pt x="1" y="0"/>
                  </a:moveTo>
                  <a:lnTo>
                    <a:pt x="1" y="5522"/>
                  </a:lnTo>
                  <a:cubicBezTo>
                    <a:pt x="1776" y="5522"/>
                    <a:pt x="3221" y="4273"/>
                    <a:pt x="3221" y="2757"/>
                  </a:cubicBezTo>
                  <a:cubicBezTo>
                    <a:pt x="3221" y="1240"/>
                    <a:pt x="1776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</p:grpSp>
      <p:grpSp>
        <p:nvGrpSpPr>
          <p:cNvPr id="651" name="Google Shape;651;p32"/>
          <p:cNvGrpSpPr/>
          <p:nvPr/>
        </p:nvGrpSpPr>
        <p:grpSpPr>
          <a:xfrm>
            <a:off x="720000" y="3087175"/>
            <a:ext cx="392550" cy="392550"/>
            <a:chOff x="1216300" y="2550475"/>
            <a:chExt cx="392550" cy="392550"/>
          </a:xfrm>
        </p:grpSpPr>
        <p:sp>
          <p:nvSpPr>
            <p:cNvPr id="652" name="Google Shape;652;p32"/>
            <p:cNvSpPr/>
            <p:nvPr/>
          </p:nvSpPr>
          <p:spPr>
            <a:xfrm>
              <a:off x="1216300" y="2550475"/>
              <a:ext cx="392550" cy="337025"/>
            </a:xfrm>
            <a:custGeom>
              <a:avLst/>
              <a:gdLst/>
              <a:ahLst/>
              <a:cxnLst/>
              <a:rect l="l" t="t" r="r" b="b"/>
              <a:pathLst>
                <a:path w="15702" h="13481" extrusionOk="0">
                  <a:moveTo>
                    <a:pt x="7851" y="1"/>
                  </a:moveTo>
                  <a:cubicBezTo>
                    <a:pt x="3533" y="1"/>
                    <a:pt x="1" y="3533"/>
                    <a:pt x="1" y="7851"/>
                  </a:cubicBezTo>
                  <a:cubicBezTo>
                    <a:pt x="1" y="8904"/>
                    <a:pt x="206" y="9903"/>
                    <a:pt x="589" y="10822"/>
                  </a:cubicBezTo>
                  <a:lnTo>
                    <a:pt x="3248" y="12588"/>
                  </a:lnTo>
                  <a:lnTo>
                    <a:pt x="6326" y="10670"/>
                  </a:lnTo>
                  <a:cubicBezTo>
                    <a:pt x="5318" y="10126"/>
                    <a:pt x="4631" y="9073"/>
                    <a:pt x="4631" y="7851"/>
                  </a:cubicBezTo>
                  <a:cubicBezTo>
                    <a:pt x="4631" y="6076"/>
                    <a:pt x="6076" y="4631"/>
                    <a:pt x="7851" y="4631"/>
                  </a:cubicBezTo>
                  <a:cubicBezTo>
                    <a:pt x="9627" y="4631"/>
                    <a:pt x="11072" y="6076"/>
                    <a:pt x="11072" y="7851"/>
                  </a:cubicBezTo>
                  <a:cubicBezTo>
                    <a:pt x="11072" y="9064"/>
                    <a:pt x="10394" y="10108"/>
                    <a:pt x="9395" y="10661"/>
                  </a:cubicBezTo>
                  <a:lnTo>
                    <a:pt x="11330" y="13480"/>
                  </a:lnTo>
                  <a:lnTo>
                    <a:pt x="15122" y="10786"/>
                  </a:lnTo>
                  <a:cubicBezTo>
                    <a:pt x="15497" y="9876"/>
                    <a:pt x="15702" y="8895"/>
                    <a:pt x="15702" y="7851"/>
                  </a:cubicBezTo>
                  <a:cubicBezTo>
                    <a:pt x="15702" y="3533"/>
                    <a:pt x="12169" y="1"/>
                    <a:pt x="78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2"/>
            <p:cNvSpPr/>
            <p:nvPr/>
          </p:nvSpPr>
          <p:spPr>
            <a:xfrm>
              <a:off x="1412575" y="2550475"/>
              <a:ext cx="196275" cy="337025"/>
            </a:xfrm>
            <a:custGeom>
              <a:avLst/>
              <a:gdLst/>
              <a:ahLst/>
              <a:cxnLst/>
              <a:rect l="l" t="t" r="r" b="b"/>
              <a:pathLst>
                <a:path w="7851" h="13481" extrusionOk="0">
                  <a:moveTo>
                    <a:pt x="0" y="1"/>
                  </a:moveTo>
                  <a:lnTo>
                    <a:pt x="0" y="4631"/>
                  </a:lnTo>
                  <a:cubicBezTo>
                    <a:pt x="1776" y="4631"/>
                    <a:pt x="3221" y="6076"/>
                    <a:pt x="3221" y="7851"/>
                  </a:cubicBezTo>
                  <a:cubicBezTo>
                    <a:pt x="3221" y="9064"/>
                    <a:pt x="2543" y="10108"/>
                    <a:pt x="1544" y="10661"/>
                  </a:cubicBezTo>
                  <a:lnTo>
                    <a:pt x="3479" y="13480"/>
                  </a:lnTo>
                  <a:lnTo>
                    <a:pt x="7271" y="10786"/>
                  </a:lnTo>
                  <a:cubicBezTo>
                    <a:pt x="7646" y="9876"/>
                    <a:pt x="7851" y="8895"/>
                    <a:pt x="7851" y="7851"/>
                  </a:cubicBezTo>
                  <a:cubicBezTo>
                    <a:pt x="7851" y="3533"/>
                    <a:pt x="4318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2"/>
            <p:cNvSpPr/>
            <p:nvPr/>
          </p:nvSpPr>
          <p:spPr>
            <a:xfrm>
              <a:off x="1516050" y="2689200"/>
              <a:ext cx="23000" cy="23000"/>
            </a:xfrm>
            <a:custGeom>
              <a:avLst/>
              <a:gdLst/>
              <a:ahLst/>
              <a:cxnLst/>
              <a:rect l="l" t="t" r="r" b="b"/>
              <a:pathLst>
                <a:path w="920" h="920" extrusionOk="0">
                  <a:moveTo>
                    <a:pt x="1" y="1"/>
                  </a:moveTo>
                  <a:lnTo>
                    <a:pt x="1" y="919"/>
                  </a:lnTo>
                  <a:lnTo>
                    <a:pt x="919" y="919"/>
                  </a:lnTo>
                  <a:lnTo>
                    <a:pt x="91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2"/>
            <p:cNvSpPr/>
            <p:nvPr/>
          </p:nvSpPr>
          <p:spPr>
            <a:xfrm>
              <a:off x="1378000" y="2597325"/>
              <a:ext cx="23000" cy="23000"/>
            </a:xfrm>
            <a:custGeom>
              <a:avLst/>
              <a:gdLst/>
              <a:ahLst/>
              <a:cxnLst/>
              <a:rect l="l" t="t" r="r" b="b"/>
              <a:pathLst>
                <a:path w="920" h="920" extrusionOk="0">
                  <a:moveTo>
                    <a:pt x="0" y="0"/>
                  </a:moveTo>
                  <a:lnTo>
                    <a:pt x="0" y="919"/>
                  </a:lnTo>
                  <a:lnTo>
                    <a:pt x="919" y="919"/>
                  </a:lnTo>
                  <a:lnTo>
                    <a:pt x="91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2"/>
            <p:cNvSpPr/>
            <p:nvPr/>
          </p:nvSpPr>
          <p:spPr>
            <a:xfrm>
              <a:off x="1286100" y="2735375"/>
              <a:ext cx="23000" cy="23000"/>
            </a:xfrm>
            <a:custGeom>
              <a:avLst/>
              <a:gdLst/>
              <a:ahLst/>
              <a:cxnLst/>
              <a:rect l="l" t="t" r="r" b="b"/>
              <a:pathLst>
                <a:path w="920" h="920" extrusionOk="0">
                  <a:moveTo>
                    <a:pt x="1" y="0"/>
                  </a:moveTo>
                  <a:lnTo>
                    <a:pt x="1" y="919"/>
                  </a:lnTo>
                  <a:lnTo>
                    <a:pt x="920" y="919"/>
                  </a:lnTo>
                  <a:lnTo>
                    <a:pt x="9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2"/>
            <p:cNvSpPr/>
            <p:nvPr/>
          </p:nvSpPr>
          <p:spPr>
            <a:xfrm>
              <a:off x="1292350" y="2644375"/>
              <a:ext cx="56450" cy="43725"/>
            </a:xfrm>
            <a:custGeom>
              <a:avLst/>
              <a:gdLst/>
              <a:ahLst/>
              <a:cxnLst/>
              <a:rect l="l" t="t" r="r" b="b"/>
              <a:pathLst>
                <a:path w="2258" h="1749" extrusionOk="0">
                  <a:moveTo>
                    <a:pt x="1839" y="0"/>
                  </a:moveTo>
                  <a:lnTo>
                    <a:pt x="1" y="919"/>
                  </a:lnTo>
                  <a:lnTo>
                    <a:pt x="411" y="1749"/>
                  </a:lnTo>
                  <a:lnTo>
                    <a:pt x="2258" y="830"/>
                  </a:lnTo>
                  <a:lnTo>
                    <a:pt x="183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2"/>
            <p:cNvSpPr/>
            <p:nvPr/>
          </p:nvSpPr>
          <p:spPr>
            <a:xfrm>
              <a:off x="1450475" y="2612025"/>
              <a:ext cx="50650" cy="50875"/>
            </a:xfrm>
            <a:custGeom>
              <a:avLst/>
              <a:gdLst/>
              <a:ahLst/>
              <a:cxnLst/>
              <a:rect l="l" t="t" r="r" b="b"/>
              <a:pathLst>
                <a:path w="2026" h="2035" extrusionOk="0">
                  <a:moveTo>
                    <a:pt x="652" y="1"/>
                  </a:moveTo>
                  <a:lnTo>
                    <a:pt x="1" y="652"/>
                  </a:lnTo>
                  <a:lnTo>
                    <a:pt x="1384" y="2035"/>
                  </a:lnTo>
                  <a:lnTo>
                    <a:pt x="2026" y="1384"/>
                  </a:lnTo>
                  <a:lnTo>
                    <a:pt x="6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2"/>
            <p:cNvSpPr/>
            <p:nvPr/>
          </p:nvSpPr>
          <p:spPr>
            <a:xfrm>
              <a:off x="1512475" y="2758775"/>
              <a:ext cx="41750" cy="33500"/>
            </a:xfrm>
            <a:custGeom>
              <a:avLst/>
              <a:gdLst/>
              <a:ahLst/>
              <a:cxnLst/>
              <a:rect l="l" t="t" r="r" b="b"/>
              <a:pathLst>
                <a:path w="1670" h="1340" extrusionOk="0">
                  <a:moveTo>
                    <a:pt x="1384" y="1"/>
                  </a:moveTo>
                  <a:lnTo>
                    <a:pt x="1" y="465"/>
                  </a:lnTo>
                  <a:lnTo>
                    <a:pt x="286" y="1339"/>
                  </a:lnTo>
                  <a:lnTo>
                    <a:pt x="1669" y="875"/>
                  </a:lnTo>
                  <a:lnTo>
                    <a:pt x="13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2"/>
            <p:cNvSpPr/>
            <p:nvPr/>
          </p:nvSpPr>
          <p:spPr>
            <a:xfrm>
              <a:off x="1231025" y="2806200"/>
              <a:ext cx="363325" cy="136825"/>
            </a:xfrm>
            <a:custGeom>
              <a:avLst/>
              <a:gdLst/>
              <a:ahLst/>
              <a:cxnLst/>
              <a:rect l="l" t="t" r="r" b="b"/>
              <a:pathLst>
                <a:path w="14533" h="5473" extrusionOk="0">
                  <a:moveTo>
                    <a:pt x="12799" y="0"/>
                  </a:moveTo>
                  <a:cubicBezTo>
                    <a:pt x="12226" y="0"/>
                    <a:pt x="11662" y="167"/>
                    <a:pt x="11170" y="495"/>
                  </a:cubicBezTo>
                  <a:cubicBezTo>
                    <a:pt x="10826" y="722"/>
                    <a:pt x="10436" y="836"/>
                    <a:pt x="10046" y="836"/>
                  </a:cubicBezTo>
                  <a:cubicBezTo>
                    <a:pt x="9655" y="836"/>
                    <a:pt x="9265" y="722"/>
                    <a:pt x="8922" y="495"/>
                  </a:cubicBezTo>
                  <a:cubicBezTo>
                    <a:pt x="8877" y="468"/>
                    <a:pt x="8841" y="459"/>
                    <a:pt x="8806" y="432"/>
                  </a:cubicBezTo>
                  <a:cubicBezTo>
                    <a:pt x="8351" y="691"/>
                    <a:pt x="7824" y="843"/>
                    <a:pt x="7262" y="843"/>
                  </a:cubicBezTo>
                  <a:cubicBezTo>
                    <a:pt x="6709" y="843"/>
                    <a:pt x="6192" y="691"/>
                    <a:pt x="5737" y="441"/>
                  </a:cubicBezTo>
                  <a:cubicBezTo>
                    <a:pt x="5710" y="459"/>
                    <a:pt x="5674" y="477"/>
                    <a:pt x="5648" y="495"/>
                  </a:cubicBezTo>
                  <a:cubicBezTo>
                    <a:pt x="5304" y="722"/>
                    <a:pt x="4914" y="836"/>
                    <a:pt x="4523" y="836"/>
                  </a:cubicBezTo>
                  <a:cubicBezTo>
                    <a:pt x="4133" y="836"/>
                    <a:pt x="3743" y="722"/>
                    <a:pt x="3399" y="495"/>
                  </a:cubicBezTo>
                  <a:cubicBezTo>
                    <a:pt x="2909" y="168"/>
                    <a:pt x="2322" y="2"/>
                    <a:pt x="1735" y="2"/>
                  </a:cubicBezTo>
                  <a:cubicBezTo>
                    <a:pt x="1298" y="2"/>
                    <a:pt x="861" y="94"/>
                    <a:pt x="464" y="281"/>
                  </a:cubicBezTo>
                  <a:cubicBezTo>
                    <a:pt x="295" y="370"/>
                    <a:pt x="152" y="486"/>
                    <a:pt x="0" y="593"/>
                  </a:cubicBezTo>
                  <a:cubicBezTo>
                    <a:pt x="116" y="878"/>
                    <a:pt x="250" y="1155"/>
                    <a:pt x="402" y="1423"/>
                  </a:cubicBezTo>
                  <a:cubicBezTo>
                    <a:pt x="1740" y="3813"/>
                    <a:pt x="4327" y="5473"/>
                    <a:pt x="7262" y="5473"/>
                  </a:cubicBezTo>
                  <a:cubicBezTo>
                    <a:pt x="10206" y="5473"/>
                    <a:pt x="12793" y="3804"/>
                    <a:pt x="14140" y="1405"/>
                  </a:cubicBezTo>
                  <a:cubicBezTo>
                    <a:pt x="14283" y="1128"/>
                    <a:pt x="14417" y="852"/>
                    <a:pt x="14533" y="557"/>
                  </a:cubicBezTo>
                  <a:cubicBezTo>
                    <a:pt x="14283" y="388"/>
                    <a:pt x="13989" y="227"/>
                    <a:pt x="13694" y="138"/>
                  </a:cubicBezTo>
                  <a:cubicBezTo>
                    <a:pt x="13400" y="46"/>
                    <a:pt x="13098" y="0"/>
                    <a:pt x="127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2"/>
            <p:cNvSpPr/>
            <p:nvPr/>
          </p:nvSpPr>
          <p:spPr>
            <a:xfrm>
              <a:off x="1412575" y="2806200"/>
              <a:ext cx="181775" cy="136825"/>
            </a:xfrm>
            <a:custGeom>
              <a:avLst/>
              <a:gdLst/>
              <a:ahLst/>
              <a:cxnLst/>
              <a:rect l="l" t="t" r="r" b="b"/>
              <a:pathLst>
                <a:path w="7271" h="5473" extrusionOk="0">
                  <a:moveTo>
                    <a:pt x="5537" y="0"/>
                  </a:moveTo>
                  <a:cubicBezTo>
                    <a:pt x="4964" y="0"/>
                    <a:pt x="4400" y="167"/>
                    <a:pt x="3908" y="495"/>
                  </a:cubicBezTo>
                  <a:cubicBezTo>
                    <a:pt x="3564" y="722"/>
                    <a:pt x="3174" y="836"/>
                    <a:pt x="2784" y="836"/>
                  </a:cubicBezTo>
                  <a:cubicBezTo>
                    <a:pt x="2393" y="836"/>
                    <a:pt x="2003" y="722"/>
                    <a:pt x="1660" y="495"/>
                  </a:cubicBezTo>
                  <a:cubicBezTo>
                    <a:pt x="1615" y="468"/>
                    <a:pt x="1579" y="459"/>
                    <a:pt x="1544" y="432"/>
                  </a:cubicBezTo>
                  <a:cubicBezTo>
                    <a:pt x="1089" y="691"/>
                    <a:pt x="562" y="843"/>
                    <a:pt x="0" y="843"/>
                  </a:cubicBezTo>
                  <a:lnTo>
                    <a:pt x="0" y="5473"/>
                  </a:lnTo>
                  <a:cubicBezTo>
                    <a:pt x="2944" y="5473"/>
                    <a:pt x="5531" y="3804"/>
                    <a:pt x="6878" y="1405"/>
                  </a:cubicBezTo>
                  <a:cubicBezTo>
                    <a:pt x="7021" y="1128"/>
                    <a:pt x="7155" y="852"/>
                    <a:pt x="7271" y="557"/>
                  </a:cubicBezTo>
                  <a:cubicBezTo>
                    <a:pt x="7021" y="388"/>
                    <a:pt x="6727" y="227"/>
                    <a:pt x="6432" y="138"/>
                  </a:cubicBezTo>
                  <a:cubicBezTo>
                    <a:pt x="6138" y="46"/>
                    <a:pt x="5836" y="0"/>
                    <a:pt x="5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2" name="Google Shape;662;p32"/>
          <p:cNvGrpSpPr/>
          <p:nvPr/>
        </p:nvGrpSpPr>
        <p:grpSpPr>
          <a:xfrm>
            <a:off x="5831950" y="263850"/>
            <a:ext cx="392550" cy="276150"/>
            <a:chOff x="544325" y="1968375"/>
            <a:chExt cx="392550" cy="276150"/>
          </a:xfrm>
        </p:grpSpPr>
        <p:sp>
          <p:nvSpPr>
            <p:cNvPr id="663" name="Google Shape;663;p32"/>
            <p:cNvSpPr/>
            <p:nvPr/>
          </p:nvSpPr>
          <p:spPr>
            <a:xfrm>
              <a:off x="775150" y="1991350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3" y="1"/>
                  </a:moveTo>
                  <a:cubicBezTo>
                    <a:pt x="1027" y="1"/>
                    <a:pt x="1" y="1027"/>
                    <a:pt x="1" y="2302"/>
                  </a:cubicBezTo>
                  <a:cubicBezTo>
                    <a:pt x="1" y="3569"/>
                    <a:pt x="1027" y="4604"/>
                    <a:pt x="2303" y="4604"/>
                  </a:cubicBezTo>
                  <a:cubicBezTo>
                    <a:pt x="3569" y="4604"/>
                    <a:pt x="4604" y="3569"/>
                    <a:pt x="4604" y="2302"/>
                  </a:cubicBezTo>
                  <a:cubicBezTo>
                    <a:pt x="4604" y="1027"/>
                    <a:pt x="3569" y="1"/>
                    <a:pt x="23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2"/>
            <p:cNvSpPr/>
            <p:nvPr/>
          </p:nvSpPr>
          <p:spPr>
            <a:xfrm>
              <a:off x="636225" y="1968375"/>
              <a:ext cx="138950" cy="138100"/>
            </a:xfrm>
            <a:custGeom>
              <a:avLst/>
              <a:gdLst/>
              <a:ahLst/>
              <a:cxnLst/>
              <a:rect l="l" t="t" r="r" b="b"/>
              <a:pathLst>
                <a:path w="5558" h="5524" extrusionOk="0">
                  <a:moveTo>
                    <a:pt x="2792" y="1"/>
                  </a:moveTo>
                  <a:cubicBezTo>
                    <a:pt x="1267" y="1"/>
                    <a:pt x="0" y="1232"/>
                    <a:pt x="0" y="2758"/>
                  </a:cubicBezTo>
                  <a:cubicBezTo>
                    <a:pt x="0" y="4283"/>
                    <a:pt x="1267" y="5523"/>
                    <a:pt x="2792" y="5523"/>
                  </a:cubicBezTo>
                  <a:cubicBezTo>
                    <a:pt x="4318" y="5523"/>
                    <a:pt x="5558" y="4283"/>
                    <a:pt x="5558" y="2758"/>
                  </a:cubicBezTo>
                  <a:cubicBezTo>
                    <a:pt x="5558" y="1232"/>
                    <a:pt x="4318" y="1"/>
                    <a:pt x="2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2"/>
            <p:cNvSpPr/>
            <p:nvPr/>
          </p:nvSpPr>
          <p:spPr>
            <a:xfrm>
              <a:off x="567300" y="2014325"/>
              <a:ext cx="138750" cy="138075"/>
            </a:xfrm>
            <a:custGeom>
              <a:avLst/>
              <a:gdLst/>
              <a:ahLst/>
              <a:cxnLst/>
              <a:rect l="l" t="t" r="r" b="b"/>
              <a:pathLst>
                <a:path w="5550" h="5523" extrusionOk="0">
                  <a:moveTo>
                    <a:pt x="2757" y="1"/>
                  </a:moveTo>
                  <a:cubicBezTo>
                    <a:pt x="1232" y="1"/>
                    <a:pt x="0" y="1241"/>
                    <a:pt x="0" y="2766"/>
                  </a:cubicBezTo>
                  <a:cubicBezTo>
                    <a:pt x="0" y="4283"/>
                    <a:pt x="1232" y="5523"/>
                    <a:pt x="2757" y="5523"/>
                  </a:cubicBezTo>
                  <a:cubicBezTo>
                    <a:pt x="4283" y="5523"/>
                    <a:pt x="5549" y="4283"/>
                    <a:pt x="5549" y="2766"/>
                  </a:cubicBezTo>
                  <a:cubicBezTo>
                    <a:pt x="5549" y="1241"/>
                    <a:pt x="4283" y="1"/>
                    <a:pt x="27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2"/>
            <p:cNvSpPr/>
            <p:nvPr/>
          </p:nvSpPr>
          <p:spPr>
            <a:xfrm>
              <a:off x="544325" y="2152375"/>
              <a:ext cx="68950" cy="92150"/>
            </a:xfrm>
            <a:custGeom>
              <a:avLst/>
              <a:gdLst/>
              <a:ahLst/>
              <a:cxnLst/>
              <a:rect l="l" t="t" r="r" b="b"/>
              <a:pathLst>
                <a:path w="2758" h="3686" extrusionOk="0">
                  <a:moveTo>
                    <a:pt x="2757" y="1"/>
                  </a:moveTo>
                  <a:lnTo>
                    <a:pt x="197" y="286"/>
                  </a:lnTo>
                  <a:cubicBezTo>
                    <a:pt x="108" y="839"/>
                    <a:pt x="10" y="1455"/>
                    <a:pt x="1" y="2070"/>
                  </a:cubicBezTo>
                  <a:lnTo>
                    <a:pt x="1" y="2757"/>
                  </a:lnTo>
                  <a:cubicBezTo>
                    <a:pt x="1" y="3266"/>
                    <a:pt x="411" y="3685"/>
                    <a:pt x="919" y="3685"/>
                  </a:cubicBezTo>
                  <a:cubicBezTo>
                    <a:pt x="1428" y="3685"/>
                    <a:pt x="2757" y="3266"/>
                    <a:pt x="2757" y="2757"/>
                  </a:cubicBezTo>
                  <a:lnTo>
                    <a:pt x="275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2"/>
            <p:cNvSpPr/>
            <p:nvPr/>
          </p:nvSpPr>
          <p:spPr>
            <a:xfrm>
              <a:off x="544325" y="2083475"/>
              <a:ext cx="114875" cy="114875"/>
            </a:xfrm>
            <a:custGeom>
              <a:avLst/>
              <a:gdLst/>
              <a:ahLst/>
              <a:cxnLst/>
              <a:rect l="l" t="t" r="r" b="b"/>
              <a:pathLst>
                <a:path w="4595" h="4595" extrusionOk="0">
                  <a:moveTo>
                    <a:pt x="2302" y="0"/>
                  </a:moveTo>
                  <a:cubicBezTo>
                    <a:pt x="1027" y="0"/>
                    <a:pt x="1" y="1026"/>
                    <a:pt x="1" y="2293"/>
                  </a:cubicBezTo>
                  <a:cubicBezTo>
                    <a:pt x="1" y="3569"/>
                    <a:pt x="1027" y="4595"/>
                    <a:pt x="2302" y="4595"/>
                  </a:cubicBezTo>
                  <a:cubicBezTo>
                    <a:pt x="3569" y="4595"/>
                    <a:pt x="4595" y="3569"/>
                    <a:pt x="4595" y="2293"/>
                  </a:cubicBezTo>
                  <a:cubicBezTo>
                    <a:pt x="4595" y="1026"/>
                    <a:pt x="3569" y="0"/>
                    <a:pt x="23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2"/>
            <p:cNvSpPr/>
            <p:nvPr/>
          </p:nvSpPr>
          <p:spPr>
            <a:xfrm>
              <a:off x="706025" y="1968375"/>
              <a:ext cx="138075" cy="138100"/>
            </a:xfrm>
            <a:custGeom>
              <a:avLst/>
              <a:gdLst/>
              <a:ahLst/>
              <a:cxnLst/>
              <a:rect l="l" t="t" r="r" b="b"/>
              <a:pathLst>
                <a:path w="5523" h="5524" extrusionOk="0">
                  <a:moveTo>
                    <a:pt x="2766" y="1"/>
                  </a:moveTo>
                  <a:cubicBezTo>
                    <a:pt x="2605" y="1"/>
                    <a:pt x="2454" y="10"/>
                    <a:pt x="2302" y="46"/>
                  </a:cubicBezTo>
                  <a:cubicBezTo>
                    <a:pt x="1000" y="260"/>
                    <a:pt x="0" y="1384"/>
                    <a:pt x="0" y="2758"/>
                  </a:cubicBezTo>
                  <a:cubicBezTo>
                    <a:pt x="0" y="4131"/>
                    <a:pt x="1000" y="5264"/>
                    <a:pt x="2302" y="5478"/>
                  </a:cubicBezTo>
                  <a:cubicBezTo>
                    <a:pt x="2454" y="5514"/>
                    <a:pt x="2605" y="5523"/>
                    <a:pt x="2766" y="5523"/>
                  </a:cubicBezTo>
                  <a:cubicBezTo>
                    <a:pt x="4291" y="5523"/>
                    <a:pt x="5522" y="4283"/>
                    <a:pt x="5522" y="2758"/>
                  </a:cubicBezTo>
                  <a:cubicBezTo>
                    <a:pt x="5522" y="1232"/>
                    <a:pt x="4291" y="1"/>
                    <a:pt x="2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2"/>
            <p:cNvSpPr/>
            <p:nvPr/>
          </p:nvSpPr>
          <p:spPr>
            <a:xfrm>
              <a:off x="763550" y="1968375"/>
              <a:ext cx="80550" cy="138100"/>
            </a:xfrm>
            <a:custGeom>
              <a:avLst/>
              <a:gdLst/>
              <a:ahLst/>
              <a:cxnLst/>
              <a:rect l="l" t="t" r="r" b="b"/>
              <a:pathLst>
                <a:path w="3222" h="5524" extrusionOk="0">
                  <a:moveTo>
                    <a:pt x="465" y="1"/>
                  </a:moveTo>
                  <a:cubicBezTo>
                    <a:pt x="304" y="1"/>
                    <a:pt x="153" y="10"/>
                    <a:pt x="1" y="46"/>
                  </a:cubicBezTo>
                  <a:lnTo>
                    <a:pt x="1" y="5478"/>
                  </a:lnTo>
                  <a:cubicBezTo>
                    <a:pt x="153" y="5514"/>
                    <a:pt x="304" y="5523"/>
                    <a:pt x="465" y="5523"/>
                  </a:cubicBezTo>
                  <a:cubicBezTo>
                    <a:pt x="1990" y="5523"/>
                    <a:pt x="3221" y="4283"/>
                    <a:pt x="3221" y="2758"/>
                  </a:cubicBezTo>
                  <a:cubicBezTo>
                    <a:pt x="3221" y="1232"/>
                    <a:pt x="1990" y="1"/>
                    <a:pt x="4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2"/>
            <p:cNvSpPr/>
            <p:nvPr/>
          </p:nvSpPr>
          <p:spPr>
            <a:xfrm>
              <a:off x="821100" y="2037300"/>
              <a:ext cx="115775" cy="115100"/>
            </a:xfrm>
            <a:custGeom>
              <a:avLst/>
              <a:gdLst/>
              <a:ahLst/>
              <a:cxnLst/>
              <a:rect l="l" t="t" r="r" b="b"/>
              <a:pathLst>
                <a:path w="4631" h="4604" extrusionOk="0">
                  <a:moveTo>
                    <a:pt x="2302" y="1"/>
                  </a:moveTo>
                  <a:cubicBezTo>
                    <a:pt x="1035" y="1"/>
                    <a:pt x="1" y="1035"/>
                    <a:pt x="1" y="2302"/>
                  </a:cubicBezTo>
                  <a:cubicBezTo>
                    <a:pt x="1" y="3578"/>
                    <a:pt x="1035" y="4604"/>
                    <a:pt x="2302" y="4604"/>
                  </a:cubicBezTo>
                  <a:cubicBezTo>
                    <a:pt x="3569" y="4604"/>
                    <a:pt x="4631" y="3578"/>
                    <a:pt x="4631" y="2302"/>
                  </a:cubicBezTo>
                  <a:cubicBezTo>
                    <a:pt x="4631" y="1035"/>
                    <a:pt x="3569" y="1"/>
                    <a:pt x="23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2"/>
            <p:cNvSpPr/>
            <p:nvPr/>
          </p:nvSpPr>
          <p:spPr>
            <a:xfrm>
              <a:off x="567300" y="2014325"/>
              <a:ext cx="369575" cy="230200"/>
            </a:xfrm>
            <a:custGeom>
              <a:avLst/>
              <a:gdLst/>
              <a:ahLst/>
              <a:cxnLst/>
              <a:rect l="l" t="t" r="r" b="b"/>
              <a:pathLst>
                <a:path w="14783" h="9208" extrusionOk="0">
                  <a:moveTo>
                    <a:pt x="7851" y="1"/>
                  </a:moveTo>
                  <a:cubicBezTo>
                    <a:pt x="3908" y="1"/>
                    <a:pt x="919" y="4131"/>
                    <a:pt x="919" y="7824"/>
                  </a:cubicBezTo>
                  <a:lnTo>
                    <a:pt x="919" y="8279"/>
                  </a:lnTo>
                  <a:cubicBezTo>
                    <a:pt x="919" y="8788"/>
                    <a:pt x="509" y="9207"/>
                    <a:pt x="0" y="9207"/>
                  </a:cubicBezTo>
                  <a:lnTo>
                    <a:pt x="13409" y="9207"/>
                  </a:lnTo>
                  <a:cubicBezTo>
                    <a:pt x="14167" y="9207"/>
                    <a:pt x="14783" y="8592"/>
                    <a:pt x="14783" y="7824"/>
                  </a:cubicBezTo>
                  <a:cubicBezTo>
                    <a:pt x="14783" y="4131"/>
                    <a:pt x="11803" y="1"/>
                    <a:pt x="78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2"/>
            <p:cNvSpPr/>
            <p:nvPr/>
          </p:nvSpPr>
          <p:spPr>
            <a:xfrm>
              <a:off x="763550" y="2014325"/>
              <a:ext cx="173325" cy="230200"/>
            </a:xfrm>
            <a:custGeom>
              <a:avLst/>
              <a:gdLst/>
              <a:ahLst/>
              <a:cxnLst/>
              <a:rect l="l" t="t" r="r" b="b"/>
              <a:pathLst>
                <a:path w="6933" h="9208" extrusionOk="0">
                  <a:moveTo>
                    <a:pt x="1" y="1"/>
                  </a:moveTo>
                  <a:lnTo>
                    <a:pt x="1" y="9207"/>
                  </a:lnTo>
                  <a:lnTo>
                    <a:pt x="5559" y="9207"/>
                  </a:lnTo>
                  <a:cubicBezTo>
                    <a:pt x="6317" y="9207"/>
                    <a:pt x="6933" y="8592"/>
                    <a:pt x="6933" y="7824"/>
                  </a:cubicBezTo>
                  <a:cubicBezTo>
                    <a:pt x="6933" y="4131"/>
                    <a:pt x="3953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2"/>
            <p:cNvSpPr/>
            <p:nvPr/>
          </p:nvSpPr>
          <p:spPr>
            <a:xfrm>
              <a:off x="678375" y="2170675"/>
              <a:ext cx="32575" cy="32575"/>
            </a:xfrm>
            <a:custGeom>
              <a:avLst/>
              <a:gdLst/>
              <a:ahLst/>
              <a:cxnLst/>
              <a:rect l="l" t="t" r="r" b="b"/>
              <a:pathLst>
                <a:path w="1303" h="1303" extrusionOk="0">
                  <a:moveTo>
                    <a:pt x="651" y="0"/>
                  </a:moveTo>
                  <a:lnTo>
                    <a:pt x="0" y="652"/>
                  </a:lnTo>
                  <a:lnTo>
                    <a:pt x="651" y="1303"/>
                  </a:lnTo>
                  <a:lnTo>
                    <a:pt x="1303" y="652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2"/>
            <p:cNvSpPr/>
            <p:nvPr/>
          </p:nvSpPr>
          <p:spPr>
            <a:xfrm>
              <a:off x="747275" y="2170450"/>
              <a:ext cx="32600" cy="32800"/>
            </a:xfrm>
            <a:custGeom>
              <a:avLst/>
              <a:gdLst/>
              <a:ahLst/>
              <a:cxnLst/>
              <a:rect l="l" t="t" r="r" b="b"/>
              <a:pathLst>
                <a:path w="1304" h="1312" extrusionOk="0">
                  <a:moveTo>
                    <a:pt x="652" y="0"/>
                  </a:moveTo>
                  <a:lnTo>
                    <a:pt x="1" y="661"/>
                  </a:lnTo>
                  <a:lnTo>
                    <a:pt x="652" y="1312"/>
                  </a:lnTo>
                  <a:lnTo>
                    <a:pt x="1303" y="661"/>
                  </a:lnTo>
                  <a:lnTo>
                    <a:pt x="6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2"/>
            <p:cNvSpPr/>
            <p:nvPr/>
          </p:nvSpPr>
          <p:spPr>
            <a:xfrm>
              <a:off x="816425" y="2170675"/>
              <a:ext cx="32575" cy="32575"/>
            </a:xfrm>
            <a:custGeom>
              <a:avLst/>
              <a:gdLst/>
              <a:ahLst/>
              <a:cxnLst/>
              <a:rect l="l" t="t" r="r" b="b"/>
              <a:pathLst>
                <a:path w="1303" h="1303" extrusionOk="0">
                  <a:moveTo>
                    <a:pt x="652" y="0"/>
                  </a:moveTo>
                  <a:lnTo>
                    <a:pt x="0" y="652"/>
                  </a:lnTo>
                  <a:lnTo>
                    <a:pt x="652" y="1303"/>
                  </a:lnTo>
                  <a:lnTo>
                    <a:pt x="1303" y="652"/>
                  </a:lnTo>
                  <a:lnTo>
                    <a:pt x="6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2"/>
            <p:cNvSpPr/>
            <p:nvPr/>
          </p:nvSpPr>
          <p:spPr>
            <a:xfrm>
              <a:off x="763550" y="2170450"/>
              <a:ext cx="16325" cy="32800"/>
            </a:xfrm>
            <a:custGeom>
              <a:avLst/>
              <a:gdLst/>
              <a:ahLst/>
              <a:cxnLst/>
              <a:rect l="l" t="t" r="r" b="b"/>
              <a:pathLst>
                <a:path w="653" h="1312" extrusionOk="0">
                  <a:moveTo>
                    <a:pt x="1" y="0"/>
                  </a:moveTo>
                  <a:lnTo>
                    <a:pt x="1" y="1312"/>
                  </a:lnTo>
                  <a:lnTo>
                    <a:pt x="652" y="66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7" name="Google Shape;677;p32"/>
          <p:cNvGrpSpPr/>
          <p:nvPr/>
        </p:nvGrpSpPr>
        <p:grpSpPr>
          <a:xfrm>
            <a:off x="7603475" y="1834450"/>
            <a:ext cx="392775" cy="345025"/>
            <a:chOff x="3438975" y="1933825"/>
            <a:chExt cx="392775" cy="345025"/>
          </a:xfrm>
        </p:grpSpPr>
        <p:sp>
          <p:nvSpPr>
            <p:cNvPr id="678" name="Google Shape;678;p32"/>
            <p:cNvSpPr/>
            <p:nvPr/>
          </p:nvSpPr>
          <p:spPr>
            <a:xfrm>
              <a:off x="3438975" y="1933825"/>
              <a:ext cx="392775" cy="322075"/>
            </a:xfrm>
            <a:custGeom>
              <a:avLst/>
              <a:gdLst/>
              <a:ahLst/>
              <a:cxnLst/>
              <a:rect l="l" t="t" r="r" b="b"/>
              <a:pathLst>
                <a:path w="15711" h="12883" extrusionOk="0">
                  <a:moveTo>
                    <a:pt x="1874" y="0"/>
                  </a:moveTo>
                  <a:lnTo>
                    <a:pt x="1" y="10126"/>
                  </a:lnTo>
                  <a:lnTo>
                    <a:pt x="920" y="12882"/>
                  </a:lnTo>
                  <a:lnTo>
                    <a:pt x="14792" y="12882"/>
                  </a:lnTo>
                  <a:lnTo>
                    <a:pt x="15711" y="10126"/>
                  </a:lnTo>
                  <a:lnTo>
                    <a:pt x="138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79" name="Google Shape;679;p32"/>
            <p:cNvSpPr/>
            <p:nvPr/>
          </p:nvSpPr>
          <p:spPr>
            <a:xfrm>
              <a:off x="3635475" y="1933825"/>
              <a:ext cx="196275" cy="322075"/>
            </a:xfrm>
            <a:custGeom>
              <a:avLst/>
              <a:gdLst/>
              <a:ahLst/>
              <a:cxnLst/>
              <a:rect l="l" t="t" r="r" b="b"/>
              <a:pathLst>
                <a:path w="7851" h="12883" extrusionOk="0">
                  <a:moveTo>
                    <a:pt x="0" y="0"/>
                  </a:moveTo>
                  <a:lnTo>
                    <a:pt x="0" y="12882"/>
                  </a:lnTo>
                  <a:lnTo>
                    <a:pt x="6932" y="12882"/>
                  </a:lnTo>
                  <a:lnTo>
                    <a:pt x="7851" y="10126"/>
                  </a:lnTo>
                  <a:lnTo>
                    <a:pt x="60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80" name="Google Shape;680;p32"/>
            <p:cNvSpPr/>
            <p:nvPr/>
          </p:nvSpPr>
          <p:spPr>
            <a:xfrm>
              <a:off x="3526625" y="1970625"/>
              <a:ext cx="217700" cy="194050"/>
            </a:xfrm>
            <a:custGeom>
              <a:avLst/>
              <a:gdLst/>
              <a:ahLst/>
              <a:cxnLst/>
              <a:rect l="l" t="t" r="r" b="b"/>
              <a:pathLst>
                <a:path w="8708" h="7762" extrusionOk="0">
                  <a:moveTo>
                    <a:pt x="4354" y="0"/>
                  </a:moveTo>
                  <a:lnTo>
                    <a:pt x="1" y="6530"/>
                  </a:lnTo>
                  <a:lnTo>
                    <a:pt x="224" y="6646"/>
                  </a:lnTo>
                  <a:lnTo>
                    <a:pt x="2062" y="6307"/>
                  </a:lnTo>
                  <a:lnTo>
                    <a:pt x="3641" y="7726"/>
                  </a:lnTo>
                  <a:cubicBezTo>
                    <a:pt x="3846" y="7744"/>
                    <a:pt x="4051" y="7761"/>
                    <a:pt x="4247" y="7761"/>
                  </a:cubicBezTo>
                  <a:lnTo>
                    <a:pt x="4354" y="7761"/>
                  </a:lnTo>
                  <a:cubicBezTo>
                    <a:pt x="5871" y="7744"/>
                    <a:pt x="7209" y="7280"/>
                    <a:pt x="8235" y="6771"/>
                  </a:cubicBezTo>
                  <a:lnTo>
                    <a:pt x="8708" y="6530"/>
                  </a:lnTo>
                  <a:lnTo>
                    <a:pt x="7459" y="4666"/>
                  </a:lnTo>
                  <a:lnTo>
                    <a:pt x="6585" y="4273"/>
                  </a:lnTo>
                  <a:lnTo>
                    <a:pt x="5835" y="2221"/>
                  </a:lnTo>
                  <a:lnTo>
                    <a:pt x="43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81" name="Google Shape;681;p32"/>
            <p:cNvSpPr/>
            <p:nvPr/>
          </p:nvSpPr>
          <p:spPr>
            <a:xfrm>
              <a:off x="3635475" y="1970625"/>
              <a:ext cx="108850" cy="194050"/>
            </a:xfrm>
            <a:custGeom>
              <a:avLst/>
              <a:gdLst/>
              <a:ahLst/>
              <a:cxnLst/>
              <a:rect l="l" t="t" r="r" b="b"/>
              <a:pathLst>
                <a:path w="4354" h="7762" extrusionOk="0">
                  <a:moveTo>
                    <a:pt x="0" y="0"/>
                  </a:moveTo>
                  <a:lnTo>
                    <a:pt x="0" y="7761"/>
                  </a:lnTo>
                  <a:cubicBezTo>
                    <a:pt x="1517" y="7744"/>
                    <a:pt x="2855" y="7280"/>
                    <a:pt x="3881" y="6762"/>
                  </a:cubicBezTo>
                  <a:lnTo>
                    <a:pt x="4354" y="6521"/>
                  </a:lnTo>
                  <a:lnTo>
                    <a:pt x="3105" y="4666"/>
                  </a:lnTo>
                  <a:lnTo>
                    <a:pt x="2231" y="4273"/>
                  </a:lnTo>
                  <a:lnTo>
                    <a:pt x="1481" y="22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82" name="Google Shape;682;p32"/>
            <p:cNvSpPr/>
            <p:nvPr/>
          </p:nvSpPr>
          <p:spPr>
            <a:xfrm>
              <a:off x="3438975" y="2186950"/>
              <a:ext cx="392775" cy="91900"/>
            </a:xfrm>
            <a:custGeom>
              <a:avLst/>
              <a:gdLst/>
              <a:ahLst/>
              <a:cxnLst/>
              <a:rect l="l" t="t" r="r" b="b"/>
              <a:pathLst>
                <a:path w="15711" h="3676" extrusionOk="0">
                  <a:moveTo>
                    <a:pt x="1" y="1"/>
                  </a:moveTo>
                  <a:lnTo>
                    <a:pt x="1" y="3676"/>
                  </a:lnTo>
                  <a:lnTo>
                    <a:pt x="15711" y="3676"/>
                  </a:lnTo>
                  <a:lnTo>
                    <a:pt x="15711" y="1"/>
                  </a:lnTo>
                  <a:lnTo>
                    <a:pt x="9234" y="1"/>
                  </a:lnTo>
                  <a:lnTo>
                    <a:pt x="9234" y="456"/>
                  </a:lnTo>
                  <a:cubicBezTo>
                    <a:pt x="9234" y="1223"/>
                    <a:pt x="8619" y="1838"/>
                    <a:pt x="7860" y="1838"/>
                  </a:cubicBezTo>
                  <a:cubicBezTo>
                    <a:pt x="7093" y="1838"/>
                    <a:pt x="6478" y="1223"/>
                    <a:pt x="6478" y="456"/>
                  </a:cubicBezTo>
                  <a:lnTo>
                    <a:pt x="647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83" name="Google Shape;683;p32"/>
            <p:cNvSpPr/>
            <p:nvPr/>
          </p:nvSpPr>
          <p:spPr>
            <a:xfrm>
              <a:off x="3623875" y="2025925"/>
              <a:ext cx="89225" cy="91925"/>
            </a:xfrm>
            <a:custGeom>
              <a:avLst/>
              <a:gdLst/>
              <a:ahLst/>
              <a:cxnLst/>
              <a:rect l="l" t="t" r="r" b="b"/>
              <a:pathLst>
                <a:path w="3569" h="3677" extrusionOk="0">
                  <a:moveTo>
                    <a:pt x="1838" y="1"/>
                  </a:moveTo>
                  <a:cubicBezTo>
                    <a:pt x="1285" y="1"/>
                    <a:pt x="794" y="241"/>
                    <a:pt x="464" y="634"/>
                  </a:cubicBezTo>
                  <a:cubicBezTo>
                    <a:pt x="170" y="955"/>
                    <a:pt x="0" y="1374"/>
                    <a:pt x="0" y="1838"/>
                  </a:cubicBezTo>
                  <a:cubicBezTo>
                    <a:pt x="0" y="2302"/>
                    <a:pt x="170" y="2721"/>
                    <a:pt x="464" y="3043"/>
                  </a:cubicBezTo>
                  <a:cubicBezTo>
                    <a:pt x="794" y="3426"/>
                    <a:pt x="1285" y="3676"/>
                    <a:pt x="1838" y="3676"/>
                  </a:cubicBezTo>
                  <a:cubicBezTo>
                    <a:pt x="2641" y="3676"/>
                    <a:pt x="3310" y="3159"/>
                    <a:pt x="3569" y="2454"/>
                  </a:cubicBezTo>
                  <a:lnTo>
                    <a:pt x="1945" y="9"/>
                  </a:lnTo>
                  <a:cubicBezTo>
                    <a:pt x="1909" y="9"/>
                    <a:pt x="1874" y="1"/>
                    <a:pt x="18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84" name="Google Shape;684;p32"/>
            <p:cNvSpPr/>
            <p:nvPr/>
          </p:nvSpPr>
          <p:spPr>
            <a:xfrm>
              <a:off x="3635475" y="2025925"/>
              <a:ext cx="77625" cy="91925"/>
            </a:xfrm>
            <a:custGeom>
              <a:avLst/>
              <a:gdLst/>
              <a:ahLst/>
              <a:cxnLst/>
              <a:rect l="l" t="t" r="r" b="b"/>
              <a:pathLst>
                <a:path w="3105" h="3677" extrusionOk="0">
                  <a:moveTo>
                    <a:pt x="1374" y="1"/>
                  </a:moveTo>
                  <a:cubicBezTo>
                    <a:pt x="821" y="1"/>
                    <a:pt x="330" y="241"/>
                    <a:pt x="0" y="634"/>
                  </a:cubicBezTo>
                  <a:lnTo>
                    <a:pt x="0" y="3043"/>
                  </a:lnTo>
                  <a:cubicBezTo>
                    <a:pt x="330" y="3426"/>
                    <a:pt x="821" y="3676"/>
                    <a:pt x="1374" y="3676"/>
                  </a:cubicBezTo>
                  <a:cubicBezTo>
                    <a:pt x="2177" y="3676"/>
                    <a:pt x="2846" y="3159"/>
                    <a:pt x="3105" y="2454"/>
                  </a:cubicBezTo>
                  <a:lnTo>
                    <a:pt x="1481" y="9"/>
                  </a:lnTo>
                  <a:cubicBezTo>
                    <a:pt x="1445" y="9"/>
                    <a:pt x="1410" y="1"/>
                    <a:pt x="13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85" name="Google Shape;685;p32"/>
            <p:cNvSpPr/>
            <p:nvPr/>
          </p:nvSpPr>
          <p:spPr>
            <a:xfrm>
              <a:off x="3532200" y="2094850"/>
              <a:ext cx="91700" cy="68925"/>
            </a:xfrm>
            <a:custGeom>
              <a:avLst/>
              <a:gdLst/>
              <a:ahLst/>
              <a:cxnLst/>
              <a:rect l="l" t="t" r="r" b="b"/>
              <a:pathLst>
                <a:path w="3668" h="2757" extrusionOk="0">
                  <a:moveTo>
                    <a:pt x="1830" y="0"/>
                  </a:moveTo>
                  <a:cubicBezTo>
                    <a:pt x="866" y="0"/>
                    <a:pt x="90" y="741"/>
                    <a:pt x="1" y="1677"/>
                  </a:cubicBezTo>
                  <a:lnTo>
                    <a:pt x="340" y="1847"/>
                  </a:lnTo>
                  <a:cubicBezTo>
                    <a:pt x="1410" y="2418"/>
                    <a:pt x="2436" y="2676"/>
                    <a:pt x="3418" y="2757"/>
                  </a:cubicBezTo>
                  <a:cubicBezTo>
                    <a:pt x="3569" y="2489"/>
                    <a:pt x="3667" y="2177"/>
                    <a:pt x="3667" y="1838"/>
                  </a:cubicBezTo>
                  <a:cubicBezTo>
                    <a:pt x="3667" y="821"/>
                    <a:pt x="2847" y="0"/>
                    <a:pt x="183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86" name="Google Shape;686;p32"/>
            <p:cNvSpPr/>
            <p:nvPr/>
          </p:nvSpPr>
          <p:spPr>
            <a:xfrm>
              <a:off x="3635475" y="2186950"/>
              <a:ext cx="196275" cy="91900"/>
            </a:xfrm>
            <a:custGeom>
              <a:avLst/>
              <a:gdLst/>
              <a:ahLst/>
              <a:cxnLst/>
              <a:rect l="l" t="t" r="r" b="b"/>
              <a:pathLst>
                <a:path w="7851" h="3676" extrusionOk="0">
                  <a:moveTo>
                    <a:pt x="1374" y="1"/>
                  </a:moveTo>
                  <a:lnTo>
                    <a:pt x="1374" y="456"/>
                  </a:lnTo>
                  <a:cubicBezTo>
                    <a:pt x="1374" y="1223"/>
                    <a:pt x="759" y="1838"/>
                    <a:pt x="0" y="1838"/>
                  </a:cubicBezTo>
                  <a:lnTo>
                    <a:pt x="0" y="3676"/>
                  </a:lnTo>
                  <a:lnTo>
                    <a:pt x="7851" y="3676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</p:grpSp>
      <p:grpSp>
        <p:nvGrpSpPr>
          <p:cNvPr id="687" name="Google Shape;687;p32"/>
          <p:cNvGrpSpPr/>
          <p:nvPr/>
        </p:nvGrpSpPr>
        <p:grpSpPr>
          <a:xfrm>
            <a:off x="1290775" y="628400"/>
            <a:ext cx="412850" cy="392450"/>
            <a:chOff x="2224600" y="1314225"/>
            <a:chExt cx="412850" cy="392450"/>
          </a:xfrm>
        </p:grpSpPr>
        <p:sp>
          <p:nvSpPr>
            <p:cNvPr id="688" name="Google Shape;688;p32"/>
            <p:cNvSpPr/>
            <p:nvPr/>
          </p:nvSpPr>
          <p:spPr>
            <a:xfrm>
              <a:off x="2224600" y="1314225"/>
              <a:ext cx="324975" cy="315400"/>
            </a:xfrm>
            <a:custGeom>
              <a:avLst/>
              <a:gdLst/>
              <a:ahLst/>
              <a:cxnLst/>
              <a:rect l="l" t="t" r="r" b="b"/>
              <a:pathLst>
                <a:path w="12999" h="12616" extrusionOk="0">
                  <a:moveTo>
                    <a:pt x="11041" y="0"/>
                  </a:moveTo>
                  <a:cubicBezTo>
                    <a:pt x="9726" y="0"/>
                    <a:pt x="8436" y="514"/>
                    <a:pt x="7468" y="1483"/>
                  </a:cubicBezTo>
                  <a:lnTo>
                    <a:pt x="1892" y="7085"/>
                  </a:lnTo>
                  <a:cubicBezTo>
                    <a:pt x="429" y="8539"/>
                    <a:pt x="1" y="10716"/>
                    <a:pt x="795" y="12616"/>
                  </a:cubicBezTo>
                  <a:lnTo>
                    <a:pt x="1624" y="12259"/>
                  </a:lnTo>
                  <a:lnTo>
                    <a:pt x="12642" y="1242"/>
                  </a:lnTo>
                  <a:lnTo>
                    <a:pt x="12999" y="394"/>
                  </a:lnTo>
                  <a:cubicBezTo>
                    <a:pt x="12365" y="129"/>
                    <a:pt x="11699" y="0"/>
                    <a:pt x="110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89" name="Google Shape;689;p32"/>
            <p:cNvSpPr/>
            <p:nvPr/>
          </p:nvSpPr>
          <p:spPr>
            <a:xfrm>
              <a:off x="2312025" y="1392100"/>
              <a:ext cx="325425" cy="314575"/>
            </a:xfrm>
            <a:custGeom>
              <a:avLst/>
              <a:gdLst/>
              <a:ahLst/>
              <a:cxnLst/>
              <a:rect l="l" t="t" r="r" b="b"/>
              <a:pathLst>
                <a:path w="13017" h="12583" extrusionOk="0">
                  <a:moveTo>
                    <a:pt x="12223" y="0"/>
                  </a:moveTo>
                  <a:lnTo>
                    <a:pt x="11375" y="357"/>
                  </a:lnTo>
                  <a:lnTo>
                    <a:pt x="358" y="11374"/>
                  </a:lnTo>
                  <a:lnTo>
                    <a:pt x="1" y="12177"/>
                  </a:lnTo>
                  <a:cubicBezTo>
                    <a:pt x="651" y="12449"/>
                    <a:pt x="1333" y="12583"/>
                    <a:pt x="2007" y="12583"/>
                  </a:cubicBezTo>
                  <a:cubicBezTo>
                    <a:pt x="3305" y="12583"/>
                    <a:pt x="4575" y="12087"/>
                    <a:pt x="5532" y="11125"/>
                  </a:cubicBezTo>
                  <a:lnTo>
                    <a:pt x="11125" y="5531"/>
                  </a:lnTo>
                  <a:cubicBezTo>
                    <a:pt x="12588" y="4077"/>
                    <a:pt x="13017" y="1900"/>
                    <a:pt x="12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90" name="Google Shape;690;p32"/>
            <p:cNvSpPr/>
            <p:nvPr/>
          </p:nvSpPr>
          <p:spPr>
            <a:xfrm>
              <a:off x="2232625" y="1318325"/>
              <a:ext cx="396350" cy="385075"/>
            </a:xfrm>
            <a:custGeom>
              <a:avLst/>
              <a:gdLst/>
              <a:ahLst/>
              <a:cxnLst/>
              <a:rect l="l" t="t" r="r" b="b"/>
              <a:pathLst>
                <a:path w="15854" h="15403" extrusionOk="0">
                  <a:moveTo>
                    <a:pt x="13329" y="0"/>
                  </a:moveTo>
                  <a:cubicBezTo>
                    <a:pt x="12740" y="0"/>
                    <a:pt x="12151" y="226"/>
                    <a:pt x="11705" y="676"/>
                  </a:cubicBezTo>
                  <a:lnTo>
                    <a:pt x="902" y="11471"/>
                  </a:lnTo>
                  <a:cubicBezTo>
                    <a:pt x="1" y="12372"/>
                    <a:pt x="1" y="13835"/>
                    <a:pt x="902" y="14727"/>
                  </a:cubicBezTo>
                  <a:cubicBezTo>
                    <a:pt x="1348" y="15177"/>
                    <a:pt x="1937" y="15403"/>
                    <a:pt x="2526" y="15403"/>
                  </a:cubicBezTo>
                  <a:cubicBezTo>
                    <a:pt x="3114" y="15403"/>
                    <a:pt x="3703" y="15177"/>
                    <a:pt x="4149" y="14727"/>
                  </a:cubicBezTo>
                  <a:lnTo>
                    <a:pt x="14953" y="3923"/>
                  </a:lnTo>
                  <a:cubicBezTo>
                    <a:pt x="15854" y="3031"/>
                    <a:pt x="15854" y="1568"/>
                    <a:pt x="14953" y="676"/>
                  </a:cubicBezTo>
                  <a:cubicBezTo>
                    <a:pt x="14507" y="226"/>
                    <a:pt x="13918" y="0"/>
                    <a:pt x="133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91" name="Google Shape;691;p32"/>
            <p:cNvSpPr/>
            <p:nvPr/>
          </p:nvSpPr>
          <p:spPr>
            <a:xfrm>
              <a:off x="2255150" y="1335225"/>
              <a:ext cx="373825" cy="368175"/>
            </a:xfrm>
            <a:custGeom>
              <a:avLst/>
              <a:gdLst/>
              <a:ahLst/>
              <a:cxnLst/>
              <a:rect l="l" t="t" r="r" b="b"/>
              <a:pathLst>
                <a:path w="14953" h="14727" extrusionOk="0">
                  <a:moveTo>
                    <a:pt x="14052" y="0"/>
                  </a:moveTo>
                  <a:lnTo>
                    <a:pt x="1" y="14051"/>
                  </a:lnTo>
                  <a:cubicBezTo>
                    <a:pt x="447" y="14501"/>
                    <a:pt x="1036" y="14727"/>
                    <a:pt x="1625" y="14727"/>
                  </a:cubicBezTo>
                  <a:cubicBezTo>
                    <a:pt x="2213" y="14727"/>
                    <a:pt x="2802" y="14501"/>
                    <a:pt x="3248" y="14051"/>
                  </a:cubicBezTo>
                  <a:lnTo>
                    <a:pt x="14052" y="3247"/>
                  </a:lnTo>
                  <a:cubicBezTo>
                    <a:pt x="14953" y="2355"/>
                    <a:pt x="14953" y="892"/>
                    <a:pt x="140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92" name="Google Shape;692;p32"/>
            <p:cNvSpPr/>
            <p:nvPr/>
          </p:nvSpPr>
          <p:spPr>
            <a:xfrm>
              <a:off x="2300650" y="1370225"/>
              <a:ext cx="260075" cy="283050"/>
            </a:xfrm>
            <a:custGeom>
              <a:avLst/>
              <a:gdLst/>
              <a:ahLst/>
              <a:cxnLst/>
              <a:rect l="l" t="t" r="r" b="b"/>
              <a:pathLst>
                <a:path w="10403" h="11322" extrusionOk="0">
                  <a:moveTo>
                    <a:pt x="10403" y="1"/>
                  </a:moveTo>
                  <a:cubicBezTo>
                    <a:pt x="9430" y="1"/>
                    <a:pt x="8636" y="795"/>
                    <a:pt x="8645" y="1767"/>
                  </a:cubicBezTo>
                  <a:cubicBezTo>
                    <a:pt x="8645" y="1990"/>
                    <a:pt x="8556" y="2195"/>
                    <a:pt x="8396" y="2356"/>
                  </a:cubicBezTo>
                  <a:cubicBezTo>
                    <a:pt x="8235" y="2517"/>
                    <a:pt x="8021" y="2606"/>
                    <a:pt x="7798" y="2606"/>
                  </a:cubicBezTo>
                  <a:cubicBezTo>
                    <a:pt x="6834" y="2606"/>
                    <a:pt x="6040" y="3391"/>
                    <a:pt x="6040" y="4363"/>
                  </a:cubicBezTo>
                  <a:cubicBezTo>
                    <a:pt x="6040" y="4827"/>
                    <a:pt x="5666" y="5202"/>
                    <a:pt x="5202" y="5202"/>
                  </a:cubicBezTo>
                  <a:cubicBezTo>
                    <a:pt x="4229" y="5202"/>
                    <a:pt x="3444" y="5996"/>
                    <a:pt x="3444" y="6968"/>
                  </a:cubicBezTo>
                  <a:cubicBezTo>
                    <a:pt x="3444" y="7423"/>
                    <a:pt x="3061" y="7807"/>
                    <a:pt x="2597" y="7807"/>
                  </a:cubicBezTo>
                  <a:cubicBezTo>
                    <a:pt x="1633" y="7807"/>
                    <a:pt x="839" y="8592"/>
                    <a:pt x="839" y="9564"/>
                  </a:cubicBezTo>
                  <a:cubicBezTo>
                    <a:pt x="839" y="10028"/>
                    <a:pt x="465" y="10403"/>
                    <a:pt x="1" y="10403"/>
                  </a:cubicBezTo>
                  <a:lnTo>
                    <a:pt x="1" y="11322"/>
                  </a:lnTo>
                  <a:cubicBezTo>
                    <a:pt x="973" y="11322"/>
                    <a:pt x="1758" y="10537"/>
                    <a:pt x="1758" y="9564"/>
                  </a:cubicBezTo>
                  <a:cubicBezTo>
                    <a:pt x="1758" y="9341"/>
                    <a:pt x="1847" y="9127"/>
                    <a:pt x="2008" y="8966"/>
                  </a:cubicBezTo>
                  <a:cubicBezTo>
                    <a:pt x="2169" y="8815"/>
                    <a:pt x="2374" y="8726"/>
                    <a:pt x="2597" y="8726"/>
                  </a:cubicBezTo>
                  <a:cubicBezTo>
                    <a:pt x="3569" y="8726"/>
                    <a:pt x="4363" y="7932"/>
                    <a:pt x="4363" y="6968"/>
                  </a:cubicBezTo>
                  <a:cubicBezTo>
                    <a:pt x="4363" y="6504"/>
                    <a:pt x="4738" y="6121"/>
                    <a:pt x="5202" y="6121"/>
                  </a:cubicBezTo>
                  <a:cubicBezTo>
                    <a:pt x="6174" y="6121"/>
                    <a:pt x="6959" y="5336"/>
                    <a:pt x="6959" y="4363"/>
                  </a:cubicBezTo>
                  <a:cubicBezTo>
                    <a:pt x="6959" y="3899"/>
                    <a:pt x="7334" y="3525"/>
                    <a:pt x="7798" y="3525"/>
                  </a:cubicBezTo>
                  <a:cubicBezTo>
                    <a:pt x="8770" y="3525"/>
                    <a:pt x="9564" y="2731"/>
                    <a:pt x="9564" y="1767"/>
                  </a:cubicBezTo>
                  <a:cubicBezTo>
                    <a:pt x="9564" y="1303"/>
                    <a:pt x="9939" y="920"/>
                    <a:pt x="10403" y="920"/>
                  </a:cubicBezTo>
                  <a:lnTo>
                    <a:pt x="104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  <p:sp>
          <p:nvSpPr>
            <p:cNvPr id="693" name="Google Shape;693;p32"/>
            <p:cNvSpPr/>
            <p:nvPr/>
          </p:nvSpPr>
          <p:spPr>
            <a:xfrm>
              <a:off x="2300650" y="1380950"/>
              <a:ext cx="260075" cy="272325"/>
            </a:xfrm>
            <a:custGeom>
              <a:avLst/>
              <a:gdLst/>
              <a:ahLst/>
              <a:cxnLst/>
              <a:rect l="l" t="t" r="r" b="b"/>
              <a:pathLst>
                <a:path w="10403" h="10893" extrusionOk="0">
                  <a:moveTo>
                    <a:pt x="10403" y="0"/>
                  </a:moveTo>
                  <a:lnTo>
                    <a:pt x="1" y="10402"/>
                  </a:lnTo>
                  <a:lnTo>
                    <a:pt x="1" y="10893"/>
                  </a:lnTo>
                  <a:cubicBezTo>
                    <a:pt x="973" y="10893"/>
                    <a:pt x="1758" y="10108"/>
                    <a:pt x="1758" y="9135"/>
                  </a:cubicBezTo>
                  <a:cubicBezTo>
                    <a:pt x="1758" y="8912"/>
                    <a:pt x="1847" y="8698"/>
                    <a:pt x="2008" y="8537"/>
                  </a:cubicBezTo>
                  <a:cubicBezTo>
                    <a:pt x="2169" y="8386"/>
                    <a:pt x="2374" y="8297"/>
                    <a:pt x="2597" y="8297"/>
                  </a:cubicBezTo>
                  <a:cubicBezTo>
                    <a:pt x="3569" y="8297"/>
                    <a:pt x="4363" y="7503"/>
                    <a:pt x="4363" y="6539"/>
                  </a:cubicBezTo>
                  <a:cubicBezTo>
                    <a:pt x="4363" y="6075"/>
                    <a:pt x="4738" y="5692"/>
                    <a:pt x="5202" y="5692"/>
                  </a:cubicBezTo>
                  <a:cubicBezTo>
                    <a:pt x="6174" y="5692"/>
                    <a:pt x="6959" y="4907"/>
                    <a:pt x="6959" y="3934"/>
                  </a:cubicBezTo>
                  <a:cubicBezTo>
                    <a:pt x="6959" y="3470"/>
                    <a:pt x="7334" y="3096"/>
                    <a:pt x="7798" y="3096"/>
                  </a:cubicBezTo>
                  <a:cubicBezTo>
                    <a:pt x="8770" y="3096"/>
                    <a:pt x="9564" y="2302"/>
                    <a:pt x="9564" y="1338"/>
                  </a:cubicBezTo>
                  <a:cubicBezTo>
                    <a:pt x="9564" y="874"/>
                    <a:pt x="9939" y="491"/>
                    <a:pt x="10403" y="491"/>
                  </a:cubicBezTo>
                  <a:lnTo>
                    <a:pt x="104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edium" pitchFamily="2" charset="0"/>
                <a:ea typeface="Roboto Medium" pitchFamily="2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>
                <a:latin typeface="Roboto Medium" pitchFamily="2" charset="0"/>
                <a:ea typeface="Roboto Medium" pitchFamily="2" charset="0"/>
              </a:rPr>
              <a:t>Android UI/UX</a:t>
            </a:r>
            <a:br>
              <a:rPr lang="en-US" smtClean="0">
                <a:latin typeface="Roboto Medium" pitchFamily="2" charset="0"/>
                <a:ea typeface="Roboto Medium" pitchFamily="2" charset="0"/>
              </a:rPr>
            </a:br>
            <a:r>
              <a:rPr lang="en-US">
                <a:latin typeface="Roboto Medium" pitchFamily="2" charset="0"/>
                <a:ea typeface="Roboto Medium" pitchFamily="2" charset="0"/>
              </a:rPr>
              <a:t/>
            </a:r>
            <a:br>
              <a:rPr lang="en-US">
                <a:latin typeface="Roboto Medium" pitchFamily="2" charset="0"/>
                <a:ea typeface="Roboto Medium" pitchFamily="2" charset="0"/>
              </a:rPr>
            </a:br>
            <a:r>
              <a:rPr lang="en-US" err="1" smtClean="0">
                <a:latin typeface="Roboto Medium" pitchFamily="2" charset="0"/>
                <a:ea typeface="Roboto Medium" pitchFamily="2" charset="0"/>
              </a:rPr>
              <a:t>Tipovi</a:t>
            </a:r>
            <a:r>
              <a:rPr lang="en-US" smtClean="0">
                <a:latin typeface="Roboto Medium" pitchFamily="2" charset="0"/>
                <a:ea typeface="Roboto Medium" pitchFamily="2" charset="0"/>
              </a:rPr>
              <a:t> </a:t>
            </a:r>
            <a:r>
              <a:rPr lang="en-US" err="1" smtClean="0">
                <a:latin typeface="Roboto Medium" pitchFamily="2" charset="0"/>
                <a:ea typeface="Roboto Medium" pitchFamily="2" charset="0"/>
              </a:rPr>
              <a:t>interfejsa</a:t>
            </a:r>
            <a:r>
              <a:rPr lang="en-US">
                <a:latin typeface="Roboto Medium" pitchFamily="2" charset="0"/>
                <a:ea typeface="Roboto Medium" pitchFamily="2" charset="0"/>
              </a:rPr>
              <a:t/>
            </a:r>
            <a:br>
              <a:rPr lang="en-US">
                <a:latin typeface="Roboto Medium" pitchFamily="2" charset="0"/>
                <a:ea typeface="Roboto Medium" pitchFamily="2" charset="0"/>
              </a:rPr>
            </a:br>
            <a:r>
              <a:rPr lang="en-US" smtClean="0">
                <a:latin typeface="Roboto Medium" pitchFamily="2" charset="0"/>
                <a:ea typeface="Roboto Medium" pitchFamily="2" charset="0"/>
              </a:rPr>
              <a:t>(layouts)</a:t>
            </a:r>
            <a:endParaRPr lang="en-US">
              <a:latin typeface="Roboto Medium" pitchFamily="2" charset="0"/>
              <a:ea typeface="Roboto Medium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 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b="1" err="1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  <a:t>Osnovni</a:t>
            </a:r>
            <a:r>
              <a:rPr lang="en-US" b="1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  <a:t> </a:t>
            </a:r>
            <a:r>
              <a:rPr lang="en-US" b="1" err="1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  <a:t>pojmovi</a:t>
            </a:r>
            <a:r>
              <a:rPr lang="en-US" b="1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  <a:t> layout </a:t>
            </a:r>
            <a:r>
              <a:rPr lang="en-US" b="1" err="1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  <a:t>sistema</a:t>
            </a:r>
            <a:endParaRPr lang="en-US" b="1">
              <a:solidFill>
                <a:schemeClr val="tx1"/>
              </a:solidFill>
              <a:latin typeface="Roboto Medium" pitchFamily="2" charset="0"/>
              <a:ea typeface="Roboto Medium" pitchFamily="2" charset="0"/>
            </a:endParaRPr>
          </a:p>
        </p:txBody>
      </p:sp>
      <p:sp>
        <p:nvSpPr>
          <p:cNvPr id="4" name="Freeform 6"/>
          <p:cNvSpPr/>
          <p:nvPr/>
        </p:nvSpPr>
        <p:spPr>
          <a:xfrm>
            <a:off x="838200" y="1047750"/>
            <a:ext cx="4724400" cy="3886200"/>
          </a:xfrm>
          <a:custGeom>
            <a:avLst/>
            <a:gdLst/>
            <a:ahLst/>
            <a:cxnLst/>
            <a:rect l="l" t="t" r="r" b="b"/>
            <a:pathLst>
              <a:path w="928643" h="1156192">
                <a:moveTo>
                  <a:pt x="37679" y="0"/>
                </a:moveTo>
                <a:lnTo>
                  <a:pt x="890964" y="0"/>
                </a:lnTo>
                <a:cubicBezTo>
                  <a:pt x="900957" y="0"/>
                  <a:pt x="910541" y="3970"/>
                  <a:pt x="917607" y="11036"/>
                </a:cubicBezTo>
                <a:cubicBezTo>
                  <a:pt x="924673" y="18102"/>
                  <a:pt x="928643" y="27686"/>
                  <a:pt x="928643" y="37679"/>
                </a:cubicBezTo>
                <a:lnTo>
                  <a:pt x="928643" y="1118512"/>
                </a:lnTo>
                <a:cubicBezTo>
                  <a:pt x="928643" y="1139322"/>
                  <a:pt x="911774" y="1156192"/>
                  <a:pt x="890964" y="1156192"/>
                </a:cubicBezTo>
                <a:lnTo>
                  <a:pt x="37679" y="1156192"/>
                </a:lnTo>
                <a:cubicBezTo>
                  <a:pt x="16870" y="1156192"/>
                  <a:pt x="0" y="1139322"/>
                  <a:pt x="0" y="1118512"/>
                </a:cubicBezTo>
                <a:lnTo>
                  <a:pt x="0" y="37679"/>
                </a:lnTo>
                <a:cubicBezTo>
                  <a:pt x="0" y="16870"/>
                  <a:pt x="16870" y="0"/>
                  <a:pt x="37679" y="0"/>
                </a:cubicBezTo>
                <a:close/>
              </a:path>
            </a:pathLst>
          </a:custGeom>
          <a:blipFill>
            <a:blip r:embed="rId3"/>
            <a:stretch>
              <a:fillRect t="-199" b="-199"/>
            </a:stretch>
          </a:blipFill>
          <a:ln cap="rnd">
            <a:noFill/>
            <a:prstDash val="solid"/>
            <a:round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36"/>
          <p:cNvSpPr txBox="1">
            <a:spLocks noGrp="1"/>
          </p:cNvSpPr>
          <p:nvPr>
            <p:ph type="title"/>
          </p:nvPr>
        </p:nvSpPr>
        <p:spPr>
          <a:xfrm>
            <a:off x="3657600" y="133350"/>
            <a:ext cx="3852000" cy="84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smtClean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rPr>
              <a:t>Android OS</a:t>
            </a:r>
            <a:endParaRPr b="1">
              <a:solidFill>
                <a:schemeClr val="bg1"/>
              </a:solidFill>
              <a:latin typeface="Roboto Medium" pitchFamily="2" charset="0"/>
              <a:ea typeface="Roboto Medium" pitchFamily="2" charset="0"/>
            </a:endParaRPr>
          </a:p>
        </p:txBody>
      </p:sp>
      <p:sp>
        <p:nvSpPr>
          <p:cNvPr id="742" name="Google Shape;742;p36"/>
          <p:cNvSpPr txBox="1">
            <a:spLocks noGrp="1"/>
          </p:cNvSpPr>
          <p:nvPr>
            <p:ph type="subTitle" idx="1"/>
          </p:nvPr>
        </p:nvSpPr>
        <p:spPr>
          <a:xfrm>
            <a:off x="3042456" y="1123950"/>
            <a:ext cx="5943600" cy="3124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/>
            <a:r>
              <a:rPr lang="vi-VN" b="1">
                <a:solidFill>
                  <a:schemeClr val="bg1"/>
                </a:solidFill>
              </a:rPr>
              <a:t>Android </a:t>
            </a:r>
            <a:r>
              <a:rPr lang="vi-VN">
                <a:solidFill>
                  <a:schemeClr val="bg1"/>
                </a:solidFill>
              </a:rPr>
              <a:t>je mobilni operativni sistem kompanije </a:t>
            </a:r>
            <a:r>
              <a:rPr lang="vi-VN" b="1">
                <a:solidFill>
                  <a:schemeClr val="bg1"/>
                </a:solidFill>
              </a:rPr>
              <a:t>Gugl</a:t>
            </a:r>
            <a:r>
              <a:rPr lang="vi-VN">
                <a:solidFill>
                  <a:schemeClr val="bg1"/>
                </a:solidFill>
              </a:rPr>
              <a:t> zasnovan na Linuks jezgru, prvenstveno dizajniran za mobilne uređaje sa ekranom osetljivim na dodir, kao što su pametni telefoni i tablet uređaji. Korisnički interfejs Androida je zasnovan na direktnoj manipulaciji objektima na ekranu, korišćenjem ulaza u vidu dodira koji odgovaraju pokretima u realnom svetu kao što su prevlačenje, pritiskanje zumiranje (engl. pinching) kao i unos teksta pomoću virtuelne tastature. Kao dodatak uređajima osetljivim na dodir</a:t>
            </a:r>
            <a:r>
              <a:rPr lang="vi-VN" b="1">
                <a:solidFill>
                  <a:schemeClr val="bg1"/>
                </a:solidFill>
              </a:rPr>
              <a:t>, Gugl je razvio i Android TV za televizore, Android Auto za automobile i Wear OS za ručne satove, </a:t>
            </a:r>
            <a:r>
              <a:rPr lang="vi-VN">
                <a:solidFill>
                  <a:schemeClr val="bg1"/>
                </a:solidFill>
              </a:rPr>
              <a:t>svaki od njih sa prilagođenim korisničkim interfejsom. Varijante Android operativnog sistema se koriste i na igračkim konzolama, digitalnim kamerama, personalnim računarima i drugim elektronskim uređajima.</a:t>
            </a:r>
            <a:endParaRPr>
              <a:solidFill>
                <a:schemeClr val="bg1"/>
              </a:solidFill>
              <a:latin typeface="Roboto Medium" pitchFamily="2" charset="0"/>
              <a:ea typeface="Roboto Medium" pitchFamily="2" charset="0"/>
            </a:endParaRPr>
          </a:p>
        </p:txBody>
      </p:sp>
      <p:sp>
        <p:nvSpPr>
          <p:cNvPr id="743" name="Google Shape;743;p36"/>
          <p:cNvSpPr/>
          <p:nvPr/>
        </p:nvSpPr>
        <p:spPr>
          <a:xfrm>
            <a:off x="720000" y="1440689"/>
            <a:ext cx="2322456" cy="2262131"/>
          </a:xfrm>
          <a:custGeom>
            <a:avLst/>
            <a:gdLst/>
            <a:ahLst/>
            <a:cxnLst/>
            <a:rect l="l" t="t" r="r" b="b"/>
            <a:pathLst>
              <a:path w="26469" h="25780" extrusionOk="0">
                <a:moveTo>
                  <a:pt x="17369" y="0"/>
                </a:moveTo>
                <a:cubicBezTo>
                  <a:pt x="17129" y="0"/>
                  <a:pt x="16884" y="31"/>
                  <a:pt x="16638" y="96"/>
                </a:cubicBezTo>
                <a:cubicBezTo>
                  <a:pt x="16058" y="248"/>
                  <a:pt x="15621" y="587"/>
                  <a:pt x="15210" y="997"/>
                </a:cubicBezTo>
                <a:cubicBezTo>
                  <a:pt x="14638" y="1578"/>
                  <a:pt x="13914" y="1868"/>
                  <a:pt x="13189" y="1868"/>
                </a:cubicBezTo>
                <a:cubicBezTo>
                  <a:pt x="12467" y="1868"/>
                  <a:pt x="11743" y="1581"/>
                  <a:pt x="11169" y="1006"/>
                </a:cubicBezTo>
                <a:cubicBezTo>
                  <a:pt x="11080" y="917"/>
                  <a:pt x="10991" y="819"/>
                  <a:pt x="10902" y="739"/>
                </a:cubicBezTo>
                <a:cubicBezTo>
                  <a:pt x="10356" y="237"/>
                  <a:pt x="9685" y="6"/>
                  <a:pt x="9023" y="6"/>
                </a:cubicBezTo>
                <a:cubicBezTo>
                  <a:pt x="7813" y="6"/>
                  <a:pt x="6633" y="780"/>
                  <a:pt x="6298" y="2095"/>
                </a:cubicBezTo>
                <a:cubicBezTo>
                  <a:pt x="6218" y="2416"/>
                  <a:pt x="6218" y="2764"/>
                  <a:pt x="6218" y="3094"/>
                </a:cubicBezTo>
                <a:cubicBezTo>
                  <a:pt x="6191" y="4396"/>
                  <a:pt x="5353" y="5503"/>
                  <a:pt x="4086" y="5815"/>
                </a:cubicBezTo>
                <a:cubicBezTo>
                  <a:pt x="3765" y="5895"/>
                  <a:pt x="3426" y="5886"/>
                  <a:pt x="3096" y="5895"/>
                </a:cubicBezTo>
                <a:cubicBezTo>
                  <a:pt x="2275" y="5922"/>
                  <a:pt x="1570" y="6207"/>
                  <a:pt x="1017" y="6832"/>
                </a:cubicBezTo>
                <a:cubicBezTo>
                  <a:pt x="0" y="7974"/>
                  <a:pt x="45" y="9642"/>
                  <a:pt x="1133" y="10721"/>
                </a:cubicBezTo>
                <a:cubicBezTo>
                  <a:pt x="1481" y="11051"/>
                  <a:pt x="1793" y="11408"/>
                  <a:pt x="1954" y="11863"/>
                </a:cubicBezTo>
                <a:cubicBezTo>
                  <a:pt x="2373" y="13085"/>
                  <a:pt x="2096" y="14129"/>
                  <a:pt x="1169" y="15030"/>
                </a:cubicBezTo>
                <a:cubicBezTo>
                  <a:pt x="286" y="15878"/>
                  <a:pt x="54" y="17037"/>
                  <a:pt x="509" y="18135"/>
                </a:cubicBezTo>
                <a:cubicBezTo>
                  <a:pt x="972" y="19241"/>
                  <a:pt x="1945" y="19865"/>
                  <a:pt x="3176" y="19865"/>
                </a:cubicBezTo>
                <a:cubicBezTo>
                  <a:pt x="3408" y="19865"/>
                  <a:pt x="3649" y="19865"/>
                  <a:pt x="3881" y="19910"/>
                </a:cubicBezTo>
                <a:cubicBezTo>
                  <a:pt x="5317" y="20178"/>
                  <a:pt x="6218" y="21328"/>
                  <a:pt x="6209" y="22845"/>
                </a:cubicBezTo>
                <a:cubicBezTo>
                  <a:pt x="6138" y="24121"/>
                  <a:pt x="6905" y="25129"/>
                  <a:pt x="7940" y="25557"/>
                </a:cubicBezTo>
                <a:cubicBezTo>
                  <a:pt x="8301" y="25706"/>
                  <a:pt x="8668" y="25779"/>
                  <a:pt x="9028" y="25779"/>
                </a:cubicBezTo>
                <a:cubicBezTo>
                  <a:pt x="9770" y="25779"/>
                  <a:pt x="10485" y="25468"/>
                  <a:pt x="11080" y="24861"/>
                </a:cubicBezTo>
                <a:cubicBezTo>
                  <a:pt x="11142" y="24799"/>
                  <a:pt x="11214" y="24718"/>
                  <a:pt x="11285" y="24656"/>
                </a:cubicBezTo>
                <a:cubicBezTo>
                  <a:pt x="11850" y="24168"/>
                  <a:pt x="12471" y="23916"/>
                  <a:pt x="13150" y="23916"/>
                </a:cubicBezTo>
                <a:cubicBezTo>
                  <a:pt x="13414" y="23916"/>
                  <a:pt x="13688" y="23954"/>
                  <a:pt x="13970" y="24031"/>
                </a:cubicBezTo>
                <a:cubicBezTo>
                  <a:pt x="14541" y="24183"/>
                  <a:pt x="14978" y="24540"/>
                  <a:pt x="15389" y="24950"/>
                </a:cubicBezTo>
                <a:cubicBezTo>
                  <a:pt x="15947" y="25508"/>
                  <a:pt x="16657" y="25767"/>
                  <a:pt x="17358" y="25767"/>
                </a:cubicBezTo>
                <a:cubicBezTo>
                  <a:pt x="18541" y="25767"/>
                  <a:pt x="19699" y="25032"/>
                  <a:pt x="20063" y="23755"/>
                </a:cubicBezTo>
                <a:cubicBezTo>
                  <a:pt x="20153" y="23416"/>
                  <a:pt x="20171" y="23041"/>
                  <a:pt x="20171" y="22684"/>
                </a:cubicBezTo>
                <a:cubicBezTo>
                  <a:pt x="20188" y="21435"/>
                  <a:pt x="20947" y="20365"/>
                  <a:pt x="22133" y="20008"/>
                </a:cubicBezTo>
                <a:cubicBezTo>
                  <a:pt x="22508" y="19892"/>
                  <a:pt x="22927" y="19874"/>
                  <a:pt x="23329" y="19874"/>
                </a:cubicBezTo>
                <a:cubicBezTo>
                  <a:pt x="25050" y="19865"/>
                  <a:pt x="26469" y="18224"/>
                  <a:pt x="25987" y="16297"/>
                </a:cubicBezTo>
                <a:cubicBezTo>
                  <a:pt x="25844" y="15735"/>
                  <a:pt x="25496" y="15307"/>
                  <a:pt x="25095" y="14905"/>
                </a:cubicBezTo>
                <a:cubicBezTo>
                  <a:pt x="24381" y="14201"/>
                  <a:pt x="24105" y="13344"/>
                  <a:pt x="24283" y="12345"/>
                </a:cubicBezTo>
                <a:cubicBezTo>
                  <a:pt x="24408" y="11703"/>
                  <a:pt x="24738" y="11194"/>
                  <a:pt x="25211" y="10748"/>
                </a:cubicBezTo>
                <a:cubicBezTo>
                  <a:pt x="26049" y="9945"/>
                  <a:pt x="26281" y="8955"/>
                  <a:pt x="25942" y="7876"/>
                </a:cubicBezTo>
                <a:cubicBezTo>
                  <a:pt x="25603" y="6769"/>
                  <a:pt x="24818" y="6109"/>
                  <a:pt x="23659" y="5931"/>
                </a:cubicBezTo>
                <a:cubicBezTo>
                  <a:pt x="23504" y="5907"/>
                  <a:pt x="23345" y="5907"/>
                  <a:pt x="23186" y="5907"/>
                </a:cubicBezTo>
                <a:cubicBezTo>
                  <a:pt x="23106" y="5907"/>
                  <a:pt x="23025" y="5907"/>
                  <a:pt x="22945" y="5904"/>
                </a:cubicBezTo>
                <a:cubicBezTo>
                  <a:pt x="21660" y="5886"/>
                  <a:pt x="20572" y="5048"/>
                  <a:pt x="20269" y="3790"/>
                </a:cubicBezTo>
                <a:cubicBezTo>
                  <a:pt x="20188" y="3477"/>
                  <a:pt x="20188" y="3130"/>
                  <a:pt x="20188" y="2799"/>
                </a:cubicBezTo>
                <a:cubicBezTo>
                  <a:pt x="20165" y="1208"/>
                  <a:pt x="18869" y="0"/>
                  <a:pt x="1736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edium" pitchFamily="2" charset="0"/>
              <a:ea typeface="Roboto Medium" pitchFamily="2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267200" y="4497169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sz="1800" b="1"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rPr>
              <a:t>Reference/Attribution:</a:t>
            </a:r>
          </a:p>
          <a:p>
            <a:pPr lvl="0"/>
            <a:r>
              <a:rPr lang="en-US" sz="18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rPr>
              <a:t>https://w.wiki/BSi7</a:t>
            </a:r>
          </a:p>
        </p:txBody>
      </p:sp>
      <p:pic>
        <p:nvPicPr>
          <p:cNvPr id="7" name="Google Shape;744;p3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50" y="1504950"/>
            <a:ext cx="1602356" cy="19595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32566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36"/>
          <p:cNvSpPr txBox="1">
            <a:spLocks noGrp="1"/>
          </p:cNvSpPr>
          <p:nvPr>
            <p:ph type="title"/>
          </p:nvPr>
        </p:nvSpPr>
        <p:spPr>
          <a:xfrm>
            <a:off x="3657600" y="133350"/>
            <a:ext cx="3852000" cy="84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smtClean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rPr>
              <a:t>Android OS</a:t>
            </a:r>
            <a:endParaRPr b="1">
              <a:solidFill>
                <a:schemeClr val="bg1"/>
              </a:solidFill>
              <a:latin typeface="Roboto Medium" pitchFamily="2" charset="0"/>
              <a:ea typeface="Roboto Medium" pitchFamily="2" charset="0"/>
            </a:endParaRPr>
          </a:p>
        </p:txBody>
      </p:sp>
      <p:sp>
        <p:nvSpPr>
          <p:cNvPr id="742" name="Google Shape;742;p36"/>
          <p:cNvSpPr txBox="1">
            <a:spLocks noGrp="1"/>
          </p:cNvSpPr>
          <p:nvPr>
            <p:ph type="subTitle" idx="1"/>
          </p:nvPr>
        </p:nvSpPr>
        <p:spPr>
          <a:xfrm>
            <a:off x="3042456" y="1123950"/>
            <a:ext cx="5943600" cy="3124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/>
            <a:r>
              <a:rPr lang="vi-VN" b="1">
                <a:solidFill>
                  <a:schemeClr val="bg1"/>
                </a:solidFill>
              </a:rPr>
              <a:t>Izvorni kod Androida </a:t>
            </a:r>
            <a:r>
              <a:rPr lang="vi-VN">
                <a:solidFill>
                  <a:schemeClr val="bg1"/>
                </a:solidFill>
              </a:rPr>
              <a:t>je objavljen od strane Gugl-a i dostupan je pod licencom otvorenog koda, iako se </a:t>
            </a:r>
            <a:r>
              <a:rPr lang="vi-VN" b="1">
                <a:solidFill>
                  <a:schemeClr val="bg1"/>
                </a:solidFill>
              </a:rPr>
              <a:t>većina Android uređaja isporučuje u kombinaciji softvera otvorenog koda i vlasničkih licenci</a:t>
            </a:r>
            <a:r>
              <a:rPr lang="vi-VN">
                <a:solidFill>
                  <a:schemeClr val="bg1"/>
                </a:solidFill>
              </a:rPr>
              <a:t>, između ostalog i vlasničkog softvera neophodnog za pristup Gugl servisima. Android je popularan među tehnološkim kompanijama koje zahtevaju gotove, jeftine, prilagodljive i lake operativne sisteme za svoje visokotehnološke uređaje. Otvorenost ove platforme je ohrabrila ogromnu zajednicu programera i entuzijasta da koriste softver otvorenog koda kao osnovu za svoje zajedničke projekte, kao i da prave zakrpe za starije uređaje, dodaju nove funkcionalnosti za naprednije korisnike i da portuju Android na uređaje koji su prvobitno isporučivani sa drugim operativnim sistemima. </a:t>
            </a:r>
            <a:endParaRPr>
              <a:solidFill>
                <a:schemeClr val="bg1"/>
              </a:solidFill>
              <a:latin typeface="Roboto Medium" pitchFamily="2" charset="0"/>
              <a:ea typeface="Roboto Medium" pitchFamily="2" charset="0"/>
            </a:endParaRPr>
          </a:p>
        </p:txBody>
      </p:sp>
      <p:sp>
        <p:nvSpPr>
          <p:cNvPr id="743" name="Google Shape;743;p36"/>
          <p:cNvSpPr/>
          <p:nvPr/>
        </p:nvSpPr>
        <p:spPr>
          <a:xfrm>
            <a:off x="720000" y="1440689"/>
            <a:ext cx="2322456" cy="2262131"/>
          </a:xfrm>
          <a:custGeom>
            <a:avLst/>
            <a:gdLst/>
            <a:ahLst/>
            <a:cxnLst/>
            <a:rect l="l" t="t" r="r" b="b"/>
            <a:pathLst>
              <a:path w="26469" h="25780" extrusionOk="0">
                <a:moveTo>
                  <a:pt x="17369" y="0"/>
                </a:moveTo>
                <a:cubicBezTo>
                  <a:pt x="17129" y="0"/>
                  <a:pt x="16884" y="31"/>
                  <a:pt x="16638" y="96"/>
                </a:cubicBezTo>
                <a:cubicBezTo>
                  <a:pt x="16058" y="248"/>
                  <a:pt x="15621" y="587"/>
                  <a:pt x="15210" y="997"/>
                </a:cubicBezTo>
                <a:cubicBezTo>
                  <a:pt x="14638" y="1578"/>
                  <a:pt x="13914" y="1868"/>
                  <a:pt x="13189" y="1868"/>
                </a:cubicBezTo>
                <a:cubicBezTo>
                  <a:pt x="12467" y="1868"/>
                  <a:pt x="11743" y="1581"/>
                  <a:pt x="11169" y="1006"/>
                </a:cubicBezTo>
                <a:cubicBezTo>
                  <a:pt x="11080" y="917"/>
                  <a:pt x="10991" y="819"/>
                  <a:pt x="10902" y="739"/>
                </a:cubicBezTo>
                <a:cubicBezTo>
                  <a:pt x="10356" y="237"/>
                  <a:pt x="9685" y="6"/>
                  <a:pt x="9023" y="6"/>
                </a:cubicBezTo>
                <a:cubicBezTo>
                  <a:pt x="7813" y="6"/>
                  <a:pt x="6633" y="780"/>
                  <a:pt x="6298" y="2095"/>
                </a:cubicBezTo>
                <a:cubicBezTo>
                  <a:pt x="6218" y="2416"/>
                  <a:pt x="6218" y="2764"/>
                  <a:pt x="6218" y="3094"/>
                </a:cubicBezTo>
                <a:cubicBezTo>
                  <a:pt x="6191" y="4396"/>
                  <a:pt x="5353" y="5503"/>
                  <a:pt x="4086" y="5815"/>
                </a:cubicBezTo>
                <a:cubicBezTo>
                  <a:pt x="3765" y="5895"/>
                  <a:pt x="3426" y="5886"/>
                  <a:pt x="3096" y="5895"/>
                </a:cubicBezTo>
                <a:cubicBezTo>
                  <a:pt x="2275" y="5922"/>
                  <a:pt x="1570" y="6207"/>
                  <a:pt x="1017" y="6832"/>
                </a:cubicBezTo>
                <a:cubicBezTo>
                  <a:pt x="0" y="7974"/>
                  <a:pt x="45" y="9642"/>
                  <a:pt x="1133" y="10721"/>
                </a:cubicBezTo>
                <a:cubicBezTo>
                  <a:pt x="1481" y="11051"/>
                  <a:pt x="1793" y="11408"/>
                  <a:pt x="1954" y="11863"/>
                </a:cubicBezTo>
                <a:cubicBezTo>
                  <a:pt x="2373" y="13085"/>
                  <a:pt x="2096" y="14129"/>
                  <a:pt x="1169" y="15030"/>
                </a:cubicBezTo>
                <a:cubicBezTo>
                  <a:pt x="286" y="15878"/>
                  <a:pt x="54" y="17037"/>
                  <a:pt x="509" y="18135"/>
                </a:cubicBezTo>
                <a:cubicBezTo>
                  <a:pt x="972" y="19241"/>
                  <a:pt x="1945" y="19865"/>
                  <a:pt x="3176" y="19865"/>
                </a:cubicBezTo>
                <a:cubicBezTo>
                  <a:pt x="3408" y="19865"/>
                  <a:pt x="3649" y="19865"/>
                  <a:pt x="3881" y="19910"/>
                </a:cubicBezTo>
                <a:cubicBezTo>
                  <a:pt x="5317" y="20178"/>
                  <a:pt x="6218" y="21328"/>
                  <a:pt x="6209" y="22845"/>
                </a:cubicBezTo>
                <a:cubicBezTo>
                  <a:pt x="6138" y="24121"/>
                  <a:pt x="6905" y="25129"/>
                  <a:pt x="7940" y="25557"/>
                </a:cubicBezTo>
                <a:cubicBezTo>
                  <a:pt x="8301" y="25706"/>
                  <a:pt x="8668" y="25779"/>
                  <a:pt x="9028" y="25779"/>
                </a:cubicBezTo>
                <a:cubicBezTo>
                  <a:pt x="9770" y="25779"/>
                  <a:pt x="10485" y="25468"/>
                  <a:pt x="11080" y="24861"/>
                </a:cubicBezTo>
                <a:cubicBezTo>
                  <a:pt x="11142" y="24799"/>
                  <a:pt x="11214" y="24718"/>
                  <a:pt x="11285" y="24656"/>
                </a:cubicBezTo>
                <a:cubicBezTo>
                  <a:pt x="11850" y="24168"/>
                  <a:pt x="12471" y="23916"/>
                  <a:pt x="13150" y="23916"/>
                </a:cubicBezTo>
                <a:cubicBezTo>
                  <a:pt x="13414" y="23916"/>
                  <a:pt x="13688" y="23954"/>
                  <a:pt x="13970" y="24031"/>
                </a:cubicBezTo>
                <a:cubicBezTo>
                  <a:pt x="14541" y="24183"/>
                  <a:pt x="14978" y="24540"/>
                  <a:pt x="15389" y="24950"/>
                </a:cubicBezTo>
                <a:cubicBezTo>
                  <a:pt x="15947" y="25508"/>
                  <a:pt x="16657" y="25767"/>
                  <a:pt x="17358" y="25767"/>
                </a:cubicBezTo>
                <a:cubicBezTo>
                  <a:pt x="18541" y="25767"/>
                  <a:pt x="19699" y="25032"/>
                  <a:pt x="20063" y="23755"/>
                </a:cubicBezTo>
                <a:cubicBezTo>
                  <a:pt x="20153" y="23416"/>
                  <a:pt x="20171" y="23041"/>
                  <a:pt x="20171" y="22684"/>
                </a:cubicBezTo>
                <a:cubicBezTo>
                  <a:pt x="20188" y="21435"/>
                  <a:pt x="20947" y="20365"/>
                  <a:pt x="22133" y="20008"/>
                </a:cubicBezTo>
                <a:cubicBezTo>
                  <a:pt x="22508" y="19892"/>
                  <a:pt x="22927" y="19874"/>
                  <a:pt x="23329" y="19874"/>
                </a:cubicBezTo>
                <a:cubicBezTo>
                  <a:pt x="25050" y="19865"/>
                  <a:pt x="26469" y="18224"/>
                  <a:pt x="25987" y="16297"/>
                </a:cubicBezTo>
                <a:cubicBezTo>
                  <a:pt x="25844" y="15735"/>
                  <a:pt x="25496" y="15307"/>
                  <a:pt x="25095" y="14905"/>
                </a:cubicBezTo>
                <a:cubicBezTo>
                  <a:pt x="24381" y="14201"/>
                  <a:pt x="24105" y="13344"/>
                  <a:pt x="24283" y="12345"/>
                </a:cubicBezTo>
                <a:cubicBezTo>
                  <a:pt x="24408" y="11703"/>
                  <a:pt x="24738" y="11194"/>
                  <a:pt x="25211" y="10748"/>
                </a:cubicBezTo>
                <a:cubicBezTo>
                  <a:pt x="26049" y="9945"/>
                  <a:pt x="26281" y="8955"/>
                  <a:pt x="25942" y="7876"/>
                </a:cubicBezTo>
                <a:cubicBezTo>
                  <a:pt x="25603" y="6769"/>
                  <a:pt x="24818" y="6109"/>
                  <a:pt x="23659" y="5931"/>
                </a:cubicBezTo>
                <a:cubicBezTo>
                  <a:pt x="23504" y="5907"/>
                  <a:pt x="23345" y="5907"/>
                  <a:pt x="23186" y="5907"/>
                </a:cubicBezTo>
                <a:cubicBezTo>
                  <a:pt x="23106" y="5907"/>
                  <a:pt x="23025" y="5907"/>
                  <a:pt x="22945" y="5904"/>
                </a:cubicBezTo>
                <a:cubicBezTo>
                  <a:pt x="21660" y="5886"/>
                  <a:pt x="20572" y="5048"/>
                  <a:pt x="20269" y="3790"/>
                </a:cubicBezTo>
                <a:cubicBezTo>
                  <a:pt x="20188" y="3477"/>
                  <a:pt x="20188" y="3130"/>
                  <a:pt x="20188" y="2799"/>
                </a:cubicBezTo>
                <a:cubicBezTo>
                  <a:pt x="20165" y="1208"/>
                  <a:pt x="18869" y="0"/>
                  <a:pt x="1736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edium" pitchFamily="2" charset="0"/>
              <a:ea typeface="Roboto Medium" pitchFamily="2" charset="0"/>
            </a:endParaRPr>
          </a:p>
        </p:txBody>
      </p:sp>
      <p:pic>
        <p:nvPicPr>
          <p:cNvPr id="744" name="Google Shape;744;p3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50" y="1504950"/>
            <a:ext cx="1602356" cy="195958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4267200" y="4497169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sz="1800" b="1"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rPr>
              <a:t>Reference/Attribution:</a:t>
            </a:r>
          </a:p>
          <a:p>
            <a:pPr lvl="0"/>
            <a:r>
              <a:rPr lang="en-US" sz="18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rPr>
              <a:t>https://w.wiki/BSi7</a:t>
            </a:r>
          </a:p>
        </p:txBody>
      </p:sp>
    </p:spTree>
    <p:extLst>
      <p:ext uri="{BB962C8B-B14F-4D97-AF65-F5344CB8AC3E}">
        <p14:creationId xmlns:p14="http://schemas.microsoft.com/office/powerpoint/2010/main" val="3957656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56"/>
          <p:cNvSpPr txBox="1">
            <a:spLocks noGrp="1"/>
          </p:cNvSpPr>
          <p:nvPr>
            <p:ph type="title"/>
          </p:nvPr>
        </p:nvSpPr>
        <p:spPr>
          <a:xfrm>
            <a:off x="609600" y="1123950"/>
            <a:ext cx="3278700" cy="75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mtClean="0">
                <a:latin typeface="Roboto Medium" pitchFamily="2" charset="0"/>
                <a:ea typeface="Roboto Medium" pitchFamily="2" charset="0"/>
              </a:rPr>
              <a:t>Istorija</a:t>
            </a:r>
            <a:endParaRPr>
              <a:latin typeface="Roboto Medium" pitchFamily="2" charset="0"/>
              <a:ea typeface="Roboto Medium" pitchFamily="2" charset="0"/>
            </a:endParaRPr>
          </a:p>
        </p:txBody>
      </p:sp>
      <p:sp>
        <p:nvSpPr>
          <p:cNvPr id="1445" name="Google Shape;1445;p56"/>
          <p:cNvSpPr txBox="1">
            <a:spLocks noGrp="1"/>
          </p:cNvSpPr>
          <p:nvPr>
            <p:ph type="subTitle" idx="1"/>
          </p:nvPr>
        </p:nvSpPr>
        <p:spPr>
          <a:xfrm>
            <a:off x="720000" y="2457775"/>
            <a:ext cx="3547200" cy="98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itchFamily="2" charset="2"/>
              <a:buChar char="q"/>
            </a:pPr>
            <a:endParaRPr lang="en" smtClean="0">
              <a:latin typeface="Roboto Medium" pitchFamily="2" charset="0"/>
              <a:ea typeface="Roboto Medium" pitchFamily="2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itchFamily="2" charset="2"/>
              <a:buChar char="q"/>
            </a:pPr>
            <a:endParaRPr lang="en">
              <a:latin typeface="Roboto Medium" pitchFamily="2" charset="0"/>
              <a:ea typeface="Roboto Medium" pitchFamily="2" charset="0"/>
            </a:endParaRPr>
          </a:p>
          <a:p>
            <a:pPr marL="285750" indent="-285750" algn="l">
              <a:buClr>
                <a:schemeClr val="bg1"/>
              </a:buClr>
              <a:buFont typeface="Wingdings" pitchFamily="2" charset="2"/>
              <a:buChar char="q"/>
            </a:pPr>
            <a:r>
              <a:rPr lang="en">
                <a:latin typeface="Roboto Medium" pitchFamily="2" charset="0"/>
                <a:ea typeface="Roboto Medium" pitchFamily="2" charset="0"/>
              </a:rPr>
              <a:t>2002</a:t>
            </a:r>
            <a:r>
              <a:rPr lang="en">
                <a:latin typeface="Roboto Medium" pitchFamily="2" charset="0"/>
                <a:ea typeface="Roboto Medium" pitchFamily="2" charset="0"/>
              </a:rPr>
              <a:t>, </a:t>
            </a:r>
            <a:r>
              <a:rPr lang="en" smtClean="0">
                <a:latin typeface="Roboto Medium" pitchFamily="2" charset="0"/>
                <a:ea typeface="Roboto Medium" pitchFamily="2" charset="0"/>
              </a:rPr>
              <a:t>Blackbery phone</a:t>
            </a:r>
            <a:endParaRPr lang="en" smtClean="0">
              <a:latin typeface="Roboto Medium" pitchFamily="2" charset="0"/>
              <a:ea typeface="Roboto Medium" pitchFamily="2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itchFamily="2" charset="2"/>
              <a:buChar char="q"/>
            </a:pPr>
            <a:endParaRPr lang="en">
              <a:latin typeface="Roboto Medium" pitchFamily="2" charset="0"/>
              <a:ea typeface="Roboto Medium" pitchFamily="2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itchFamily="2" charset="2"/>
              <a:buChar char="q"/>
            </a:pPr>
            <a:r>
              <a:rPr lang="en" smtClean="0">
                <a:latin typeface="Roboto Medium" pitchFamily="2" charset="0"/>
                <a:ea typeface="Roboto Medium" pitchFamily="2" charset="0"/>
              </a:rPr>
              <a:t>9 Januar 2007 predstavljanje Iphone</a:t>
            </a:r>
          </a:p>
          <a:p>
            <a:pPr marL="285750" lvl="0" indent="-285750" algn="l">
              <a:buClr>
                <a:schemeClr val="bg1"/>
              </a:buClr>
              <a:buFont typeface="Wingdings" pitchFamily="2" charset="2"/>
              <a:buChar char="q"/>
            </a:pPr>
            <a:r>
              <a:rPr lang="en-US" smtClean="0">
                <a:latin typeface="Roboto Medium" pitchFamily="2" charset="0"/>
                <a:ea typeface="Roboto Medium" pitchFamily="2" charset="0"/>
              </a:rPr>
              <a:t>Septembar </a:t>
            </a:r>
            <a:r>
              <a:rPr lang="en-US">
                <a:latin typeface="Roboto Medium" pitchFamily="2" charset="0"/>
                <a:ea typeface="Roboto Medium" pitchFamily="2" charset="0"/>
              </a:rPr>
              <a:t>23</a:t>
            </a:r>
            <a:r>
              <a:rPr lang="en-US">
                <a:latin typeface="Roboto Medium" pitchFamily="2" charset="0"/>
                <a:ea typeface="Roboto Medium" pitchFamily="2" charset="0"/>
              </a:rPr>
              <a:t>, </a:t>
            </a:r>
            <a:r>
              <a:rPr lang="en-US" smtClean="0">
                <a:latin typeface="Roboto Medium" pitchFamily="2" charset="0"/>
                <a:ea typeface="Roboto Medium" pitchFamily="2" charset="0"/>
              </a:rPr>
              <a:t>2008, Android 1.0</a:t>
            </a:r>
            <a:endParaRPr lang="en" smtClean="0">
              <a:latin typeface="Roboto Medium" pitchFamily="2" charset="0"/>
              <a:ea typeface="Roboto Medium" pitchFamily="2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itchFamily="2" charset="2"/>
              <a:buChar char="q"/>
            </a:pPr>
            <a:endParaRPr>
              <a:latin typeface="Roboto Medium" pitchFamily="2" charset="0"/>
              <a:ea typeface="Roboto Medium" pitchFamily="2" charset="0"/>
            </a:endParaRPr>
          </a:p>
        </p:txBody>
      </p:sp>
      <p:sp>
        <p:nvSpPr>
          <p:cNvPr id="1446" name="Google Shape;1446;p56"/>
          <p:cNvSpPr txBox="1"/>
          <p:nvPr/>
        </p:nvSpPr>
        <p:spPr>
          <a:xfrm>
            <a:off x="5056788" y="4325400"/>
            <a:ext cx="28824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Roboto Medium" pitchFamily="2" charset="0"/>
              <a:ea typeface="Roboto Medium" pitchFamily="2" charset="0"/>
              <a:cs typeface="Barlow Semi Condensed"/>
              <a:sym typeface="Barlow Semi Condensed"/>
            </a:endParaRPr>
          </a:p>
        </p:txBody>
      </p:sp>
      <p:sp>
        <p:nvSpPr>
          <p:cNvPr id="1447" name="Google Shape;1447;p56"/>
          <p:cNvSpPr/>
          <p:nvPr/>
        </p:nvSpPr>
        <p:spPr>
          <a:xfrm>
            <a:off x="4571700" y="1404148"/>
            <a:ext cx="3852000" cy="2787000"/>
          </a:xfrm>
          <a:prstGeom prst="roundRect">
            <a:avLst>
              <a:gd name="adj" fmla="val 429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48" name="Google Shape;1448;p56"/>
          <p:cNvGrpSpPr/>
          <p:nvPr/>
        </p:nvGrpSpPr>
        <p:grpSpPr>
          <a:xfrm>
            <a:off x="4841943" y="3792847"/>
            <a:ext cx="3311448" cy="326519"/>
            <a:chOff x="4841943" y="3886997"/>
            <a:chExt cx="3311448" cy="326519"/>
          </a:xfrm>
        </p:grpSpPr>
        <p:grpSp>
          <p:nvGrpSpPr>
            <p:cNvPr id="1449" name="Google Shape;1449;p56"/>
            <p:cNvGrpSpPr/>
            <p:nvPr/>
          </p:nvGrpSpPr>
          <p:grpSpPr>
            <a:xfrm>
              <a:off x="4841949" y="3886997"/>
              <a:ext cx="3311442" cy="95507"/>
              <a:chOff x="5238562" y="4064338"/>
              <a:chExt cx="2868043" cy="82719"/>
            </a:xfrm>
          </p:grpSpPr>
          <p:sp>
            <p:nvSpPr>
              <p:cNvPr id="1450" name="Google Shape;1450;p56"/>
              <p:cNvSpPr/>
              <p:nvPr/>
            </p:nvSpPr>
            <p:spPr>
              <a:xfrm>
                <a:off x="5238825" y="4091082"/>
                <a:ext cx="2867780" cy="29230"/>
              </a:xfrm>
              <a:custGeom>
                <a:avLst/>
                <a:gdLst/>
                <a:ahLst/>
                <a:cxnLst/>
                <a:rect l="l" t="t" r="r" b="b"/>
                <a:pathLst>
                  <a:path w="214976" h="1150" extrusionOk="0">
                    <a:moveTo>
                      <a:pt x="0" y="1"/>
                    </a:moveTo>
                    <a:lnTo>
                      <a:pt x="0" y="1149"/>
                    </a:lnTo>
                    <a:lnTo>
                      <a:pt x="214975" y="1149"/>
                    </a:lnTo>
                    <a:lnTo>
                      <a:pt x="21497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56"/>
              <p:cNvSpPr/>
              <p:nvPr/>
            </p:nvSpPr>
            <p:spPr>
              <a:xfrm>
                <a:off x="5238562" y="4091092"/>
                <a:ext cx="1052366" cy="29216"/>
              </a:xfrm>
              <a:custGeom>
                <a:avLst/>
                <a:gdLst/>
                <a:ahLst/>
                <a:cxnLst/>
                <a:rect l="l" t="t" r="r" b="b"/>
                <a:pathLst>
                  <a:path w="109110" h="1150" extrusionOk="0">
                    <a:moveTo>
                      <a:pt x="0" y="1"/>
                    </a:moveTo>
                    <a:lnTo>
                      <a:pt x="0" y="1149"/>
                    </a:lnTo>
                    <a:lnTo>
                      <a:pt x="109109" y="1149"/>
                    </a:lnTo>
                    <a:lnTo>
                      <a:pt x="10910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56"/>
              <p:cNvSpPr/>
              <p:nvPr/>
            </p:nvSpPr>
            <p:spPr>
              <a:xfrm>
                <a:off x="6244244" y="4064338"/>
                <a:ext cx="82693" cy="82719"/>
              </a:xfrm>
              <a:custGeom>
                <a:avLst/>
                <a:gdLst/>
                <a:ahLst/>
                <a:cxnLst/>
                <a:rect l="l" t="t" r="r" b="b"/>
                <a:pathLst>
                  <a:path w="3255" h="3256" extrusionOk="0">
                    <a:moveTo>
                      <a:pt x="1625" y="1"/>
                    </a:moveTo>
                    <a:cubicBezTo>
                      <a:pt x="728" y="1"/>
                      <a:pt x="1" y="729"/>
                      <a:pt x="1" y="1626"/>
                    </a:cubicBezTo>
                    <a:cubicBezTo>
                      <a:pt x="1" y="2527"/>
                      <a:pt x="728" y="3255"/>
                      <a:pt x="1625" y="3255"/>
                    </a:cubicBezTo>
                    <a:cubicBezTo>
                      <a:pt x="2527" y="3255"/>
                      <a:pt x="3254" y="2527"/>
                      <a:pt x="3254" y="1626"/>
                    </a:cubicBezTo>
                    <a:cubicBezTo>
                      <a:pt x="3254" y="729"/>
                      <a:pt x="2527" y="1"/>
                      <a:pt x="162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3" name="Google Shape;1453;p56"/>
            <p:cNvGrpSpPr/>
            <p:nvPr/>
          </p:nvGrpSpPr>
          <p:grpSpPr>
            <a:xfrm>
              <a:off x="4841943" y="4088524"/>
              <a:ext cx="1580463" cy="119299"/>
              <a:chOff x="950116" y="4374618"/>
              <a:chExt cx="1885769" cy="142345"/>
            </a:xfrm>
          </p:grpSpPr>
          <p:sp>
            <p:nvSpPr>
              <p:cNvPr id="1454" name="Google Shape;1454;p56"/>
              <p:cNvSpPr/>
              <p:nvPr/>
            </p:nvSpPr>
            <p:spPr>
              <a:xfrm>
                <a:off x="950116" y="4382213"/>
                <a:ext cx="127190" cy="127190"/>
              </a:xfrm>
              <a:custGeom>
                <a:avLst/>
                <a:gdLst/>
                <a:ahLst/>
                <a:cxnLst/>
                <a:rect l="l" t="t" r="r" b="b"/>
                <a:pathLst>
                  <a:path w="3634" h="3634" extrusionOk="0">
                    <a:moveTo>
                      <a:pt x="1" y="1"/>
                    </a:moveTo>
                    <a:lnTo>
                      <a:pt x="1" y="3633"/>
                    </a:lnTo>
                    <a:lnTo>
                      <a:pt x="3634" y="181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56"/>
              <p:cNvSpPr/>
              <p:nvPr/>
            </p:nvSpPr>
            <p:spPr>
              <a:xfrm>
                <a:off x="1239222" y="4399819"/>
                <a:ext cx="91980" cy="91945"/>
              </a:xfrm>
              <a:custGeom>
                <a:avLst/>
                <a:gdLst/>
                <a:ahLst/>
                <a:cxnLst/>
                <a:rect l="l" t="t" r="r" b="b"/>
                <a:pathLst>
                  <a:path w="2628" h="2627" extrusionOk="0">
                    <a:moveTo>
                      <a:pt x="1" y="0"/>
                    </a:moveTo>
                    <a:lnTo>
                      <a:pt x="1" y="2627"/>
                    </a:lnTo>
                    <a:lnTo>
                      <a:pt x="2628" y="131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56"/>
              <p:cNvSpPr/>
              <p:nvPr/>
            </p:nvSpPr>
            <p:spPr>
              <a:xfrm>
                <a:off x="1335509" y="4399819"/>
                <a:ext cx="11830" cy="91945"/>
              </a:xfrm>
              <a:custGeom>
                <a:avLst/>
                <a:gdLst/>
                <a:ahLst/>
                <a:cxnLst/>
                <a:rect l="l" t="t" r="r" b="b"/>
                <a:pathLst>
                  <a:path w="338" h="2627" extrusionOk="0">
                    <a:moveTo>
                      <a:pt x="0" y="0"/>
                    </a:moveTo>
                    <a:lnTo>
                      <a:pt x="0" y="2627"/>
                    </a:lnTo>
                    <a:lnTo>
                      <a:pt x="337" y="2627"/>
                    </a:lnTo>
                    <a:lnTo>
                      <a:pt x="3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56"/>
              <p:cNvSpPr/>
              <p:nvPr/>
            </p:nvSpPr>
            <p:spPr>
              <a:xfrm>
                <a:off x="1509218" y="4374618"/>
                <a:ext cx="96355" cy="142345"/>
              </a:xfrm>
              <a:custGeom>
                <a:avLst/>
                <a:gdLst/>
                <a:ahLst/>
                <a:cxnLst/>
                <a:rect l="l" t="t" r="r" b="b"/>
                <a:pathLst>
                  <a:path w="2753" h="4067" extrusionOk="0">
                    <a:moveTo>
                      <a:pt x="2752" y="1"/>
                    </a:moveTo>
                    <a:lnTo>
                      <a:pt x="1" y="2032"/>
                    </a:lnTo>
                    <a:lnTo>
                      <a:pt x="2752" y="4066"/>
                    </a:lnTo>
                    <a:lnTo>
                      <a:pt x="275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56"/>
              <p:cNvSpPr/>
              <p:nvPr/>
            </p:nvSpPr>
            <p:spPr>
              <a:xfrm>
                <a:off x="1509218" y="4410494"/>
                <a:ext cx="48545" cy="70455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2013" extrusionOk="0">
                    <a:moveTo>
                      <a:pt x="1" y="1"/>
                    </a:moveTo>
                    <a:lnTo>
                      <a:pt x="1" y="2013"/>
                    </a:lnTo>
                    <a:lnTo>
                      <a:pt x="1386" y="2013"/>
                    </a:lnTo>
                    <a:lnTo>
                      <a:pt x="138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56"/>
              <p:cNvSpPr/>
              <p:nvPr/>
            </p:nvSpPr>
            <p:spPr>
              <a:xfrm>
                <a:off x="1619855" y="4378013"/>
                <a:ext cx="54880" cy="135450"/>
              </a:xfrm>
              <a:custGeom>
                <a:avLst/>
                <a:gdLst/>
                <a:ahLst/>
                <a:cxnLst/>
                <a:rect l="l" t="t" r="r" b="b"/>
                <a:pathLst>
                  <a:path w="1568" h="3870" extrusionOk="0">
                    <a:moveTo>
                      <a:pt x="1" y="0"/>
                    </a:moveTo>
                    <a:lnTo>
                      <a:pt x="1" y="426"/>
                    </a:lnTo>
                    <a:cubicBezTo>
                      <a:pt x="666" y="604"/>
                      <a:pt x="1161" y="1212"/>
                      <a:pt x="1161" y="1935"/>
                    </a:cubicBezTo>
                    <a:cubicBezTo>
                      <a:pt x="1161" y="2658"/>
                      <a:pt x="666" y="3266"/>
                      <a:pt x="1" y="3448"/>
                    </a:cubicBezTo>
                    <a:lnTo>
                      <a:pt x="1" y="3869"/>
                    </a:lnTo>
                    <a:cubicBezTo>
                      <a:pt x="895" y="3680"/>
                      <a:pt x="1568" y="2887"/>
                      <a:pt x="1568" y="1935"/>
                    </a:cubicBezTo>
                    <a:cubicBezTo>
                      <a:pt x="1568" y="983"/>
                      <a:pt x="895" y="19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56"/>
              <p:cNvSpPr/>
              <p:nvPr/>
            </p:nvSpPr>
            <p:spPr>
              <a:xfrm>
                <a:off x="1619855" y="4411859"/>
                <a:ext cx="27545" cy="67725"/>
              </a:xfrm>
              <a:custGeom>
                <a:avLst/>
                <a:gdLst/>
                <a:ahLst/>
                <a:cxnLst/>
                <a:rect l="l" t="t" r="r" b="b"/>
                <a:pathLst>
                  <a:path w="787" h="1935" extrusionOk="0">
                    <a:moveTo>
                      <a:pt x="1" y="1"/>
                    </a:moveTo>
                    <a:lnTo>
                      <a:pt x="1" y="1935"/>
                    </a:lnTo>
                    <a:cubicBezTo>
                      <a:pt x="450" y="1842"/>
                      <a:pt x="786" y="1444"/>
                      <a:pt x="786" y="968"/>
                    </a:cubicBezTo>
                    <a:cubicBezTo>
                      <a:pt x="786" y="492"/>
                      <a:pt x="450" y="97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56"/>
              <p:cNvSpPr/>
              <p:nvPr/>
            </p:nvSpPr>
            <p:spPr>
              <a:xfrm>
                <a:off x="1708302" y="4429849"/>
                <a:ext cx="397845" cy="31745"/>
              </a:xfrm>
              <a:custGeom>
                <a:avLst/>
                <a:gdLst/>
                <a:ahLst/>
                <a:cxnLst/>
                <a:rect l="l" t="t" r="r" b="b"/>
                <a:pathLst>
                  <a:path w="11367" h="907" extrusionOk="0">
                    <a:moveTo>
                      <a:pt x="0" y="1"/>
                    </a:moveTo>
                    <a:lnTo>
                      <a:pt x="0" y="906"/>
                    </a:lnTo>
                    <a:lnTo>
                      <a:pt x="11367" y="906"/>
                    </a:lnTo>
                    <a:lnTo>
                      <a:pt x="113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56"/>
              <p:cNvSpPr/>
              <p:nvPr/>
            </p:nvSpPr>
            <p:spPr>
              <a:xfrm>
                <a:off x="2061320" y="4400904"/>
                <a:ext cx="89670" cy="89670"/>
              </a:xfrm>
              <a:custGeom>
                <a:avLst/>
                <a:gdLst/>
                <a:ahLst/>
                <a:cxnLst/>
                <a:rect l="l" t="t" r="r" b="b"/>
                <a:pathLst>
                  <a:path w="2562" h="2562" extrusionOk="0">
                    <a:moveTo>
                      <a:pt x="1281" y="1"/>
                    </a:moveTo>
                    <a:cubicBezTo>
                      <a:pt x="573" y="1"/>
                      <a:pt x="1" y="576"/>
                      <a:pt x="1" y="1281"/>
                    </a:cubicBezTo>
                    <a:cubicBezTo>
                      <a:pt x="1" y="1989"/>
                      <a:pt x="573" y="2562"/>
                      <a:pt x="1281" y="2562"/>
                    </a:cubicBezTo>
                    <a:cubicBezTo>
                      <a:pt x="1989" y="2562"/>
                      <a:pt x="2561" y="1989"/>
                      <a:pt x="2561" y="1281"/>
                    </a:cubicBezTo>
                    <a:cubicBezTo>
                      <a:pt x="2561" y="576"/>
                      <a:pt x="1989" y="1"/>
                      <a:pt x="128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56"/>
              <p:cNvSpPr/>
              <p:nvPr/>
            </p:nvSpPr>
            <p:spPr>
              <a:xfrm>
                <a:off x="2317245" y="4405769"/>
                <a:ext cx="54740" cy="83300"/>
              </a:xfrm>
              <a:custGeom>
                <a:avLst/>
                <a:gdLst/>
                <a:ahLst/>
                <a:cxnLst/>
                <a:rect l="l" t="t" r="r" b="b"/>
                <a:pathLst>
                  <a:path w="1564" h="2380" extrusionOk="0">
                    <a:moveTo>
                      <a:pt x="786" y="241"/>
                    </a:moveTo>
                    <a:cubicBezTo>
                      <a:pt x="1107" y="241"/>
                      <a:pt x="1250" y="616"/>
                      <a:pt x="1250" y="1180"/>
                    </a:cubicBezTo>
                    <a:cubicBezTo>
                      <a:pt x="1250" y="1769"/>
                      <a:pt x="1099" y="2140"/>
                      <a:pt x="782" y="2140"/>
                    </a:cubicBezTo>
                    <a:cubicBezTo>
                      <a:pt x="496" y="2140"/>
                      <a:pt x="314" y="1799"/>
                      <a:pt x="314" y="1200"/>
                    </a:cubicBezTo>
                    <a:cubicBezTo>
                      <a:pt x="314" y="573"/>
                      <a:pt x="511" y="241"/>
                      <a:pt x="786" y="241"/>
                    </a:cubicBezTo>
                    <a:close/>
                    <a:moveTo>
                      <a:pt x="801" y="1"/>
                    </a:moveTo>
                    <a:cubicBezTo>
                      <a:pt x="333" y="1"/>
                      <a:pt x="1" y="426"/>
                      <a:pt x="1" y="1196"/>
                    </a:cubicBezTo>
                    <a:cubicBezTo>
                      <a:pt x="8" y="1958"/>
                      <a:pt x="314" y="2380"/>
                      <a:pt x="763" y="2380"/>
                    </a:cubicBezTo>
                    <a:cubicBezTo>
                      <a:pt x="1274" y="2380"/>
                      <a:pt x="1563" y="1946"/>
                      <a:pt x="1563" y="1165"/>
                    </a:cubicBezTo>
                    <a:cubicBezTo>
                      <a:pt x="1563" y="434"/>
                      <a:pt x="1285" y="1"/>
                      <a:pt x="8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56"/>
              <p:cNvSpPr/>
              <p:nvPr/>
            </p:nvSpPr>
            <p:spPr>
              <a:xfrm>
                <a:off x="2382767" y="4429849"/>
                <a:ext cx="14840" cy="59220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692" extrusionOk="0">
                    <a:moveTo>
                      <a:pt x="214" y="1"/>
                    </a:moveTo>
                    <a:cubicBezTo>
                      <a:pt x="90" y="1"/>
                      <a:pt x="1" y="94"/>
                      <a:pt x="1" y="222"/>
                    </a:cubicBezTo>
                    <a:cubicBezTo>
                      <a:pt x="1" y="345"/>
                      <a:pt x="86" y="442"/>
                      <a:pt x="209" y="442"/>
                    </a:cubicBezTo>
                    <a:cubicBezTo>
                      <a:pt x="341" y="442"/>
                      <a:pt x="423" y="345"/>
                      <a:pt x="423" y="222"/>
                    </a:cubicBezTo>
                    <a:cubicBezTo>
                      <a:pt x="418" y="94"/>
                      <a:pt x="338" y="1"/>
                      <a:pt x="214" y="1"/>
                    </a:cubicBezTo>
                    <a:close/>
                    <a:moveTo>
                      <a:pt x="214" y="1251"/>
                    </a:moveTo>
                    <a:cubicBezTo>
                      <a:pt x="90" y="1251"/>
                      <a:pt x="1" y="1340"/>
                      <a:pt x="1" y="1472"/>
                    </a:cubicBezTo>
                    <a:cubicBezTo>
                      <a:pt x="1" y="1595"/>
                      <a:pt x="86" y="1692"/>
                      <a:pt x="209" y="1692"/>
                    </a:cubicBezTo>
                    <a:cubicBezTo>
                      <a:pt x="341" y="1692"/>
                      <a:pt x="423" y="1595"/>
                      <a:pt x="423" y="1472"/>
                    </a:cubicBezTo>
                    <a:cubicBezTo>
                      <a:pt x="418" y="1340"/>
                      <a:pt x="338" y="1251"/>
                      <a:pt x="214" y="12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56"/>
              <p:cNvSpPr/>
              <p:nvPr/>
            </p:nvSpPr>
            <p:spPr>
              <a:xfrm>
                <a:off x="2407127" y="4407134"/>
                <a:ext cx="50155" cy="81935"/>
              </a:xfrm>
              <a:custGeom>
                <a:avLst/>
                <a:gdLst/>
                <a:ahLst/>
                <a:cxnLst/>
                <a:rect l="l" t="t" r="r" b="b"/>
                <a:pathLst>
                  <a:path w="1433" h="2341" extrusionOk="0">
                    <a:moveTo>
                      <a:pt x="288" y="0"/>
                    </a:moveTo>
                    <a:lnTo>
                      <a:pt x="136" y="1107"/>
                    </a:lnTo>
                    <a:cubicBezTo>
                      <a:pt x="222" y="1095"/>
                      <a:pt x="326" y="1080"/>
                      <a:pt x="458" y="1080"/>
                    </a:cubicBezTo>
                    <a:cubicBezTo>
                      <a:pt x="915" y="1080"/>
                      <a:pt x="1115" y="1293"/>
                      <a:pt x="1120" y="1591"/>
                    </a:cubicBezTo>
                    <a:cubicBezTo>
                      <a:pt x="1120" y="1900"/>
                      <a:pt x="868" y="2089"/>
                      <a:pt x="574" y="2089"/>
                    </a:cubicBezTo>
                    <a:cubicBezTo>
                      <a:pt x="365" y="2089"/>
                      <a:pt x="175" y="2020"/>
                      <a:pt x="83" y="1962"/>
                    </a:cubicBezTo>
                    <a:lnTo>
                      <a:pt x="1" y="2198"/>
                    </a:lnTo>
                    <a:cubicBezTo>
                      <a:pt x="113" y="2271"/>
                      <a:pt x="326" y="2341"/>
                      <a:pt x="578" y="2341"/>
                    </a:cubicBezTo>
                    <a:cubicBezTo>
                      <a:pt x="1077" y="2341"/>
                      <a:pt x="1433" y="2005"/>
                      <a:pt x="1433" y="1555"/>
                    </a:cubicBezTo>
                    <a:cubicBezTo>
                      <a:pt x="1433" y="1266"/>
                      <a:pt x="1286" y="1068"/>
                      <a:pt x="1104" y="964"/>
                    </a:cubicBezTo>
                    <a:cubicBezTo>
                      <a:pt x="961" y="878"/>
                      <a:pt x="786" y="839"/>
                      <a:pt x="609" y="839"/>
                    </a:cubicBezTo>
                    <a:cubicBezTo>
                      <a:pt x="524" y="839"/>
                      <a:pt x="474" y="848"/>
                      <a:pt x="419" y="855"/>
                    </a:cubicBezTo>
                    <a:lnTo>
                      <a:pt x="508" y="264"/>
                    </a:lnTo>
                    <a:lnTo>
                      <a:pt x="1386" y="264"/>
                    </a:lnTo>
                    <a:lnTo>
                      <a:pt x="138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56"/>
              <p:cNvSpPr/>
              <p:nvPr/>
            </p:nvSpPr>
            <p:spPr>
              <a:xfrm>
                <a:off x="2469988" y="4405769"/>
                <a:ext cx="54740" cy="83300"/>
              </a:xfrm>
              <a:custGeom>
                <a:avLst/>
                <a:gdLst/>
                <a:ahLst/>
                <a:cxnLst/>
                <a:rect l="l" t="t" r="r" b="b"/>
                <a:pathLst>
                  <a:path w="1564" h="2380" extrusionOk="0">
                    <a:moveTo>
                      <a:pt x="782" y="241"/>
                    </a:moveTo>
                    <a:cubicBezTo>
                      <a:pt x="1107" y="241"/>
                      <a:pt x="1250" y="616"/>
                      <a:pt x="1250" y="1180"/>
                    </a:cubicBezTo>
                    <a:cubicBezTo>
                      <a:pt x="1250" y="1769"/>
                      <a:pt x="1099" y="2140"/>
                      <a:pt x="778" y="2140"/>
                    </a:cubicBezTo>
                    <a:cubicBezTo>
                      <a:pt x="496" y="2140"/>
                      <a:pt x="314" y="1799"/>
                      <a:pt x="314" y="1200"/>
                    </a:cubicBezTo>
                    <a:cubicBezTo>
                      <a:pt x="314" y="573"/>
                      <a:pt x="511" y="241"/>
                      <a:pt x="782" y="241"/>
                    </a:cubicBezTo>
                    <a:close/>
                    <a:moveTo>
                      <a:pt x="801" y="1"/>
                    </a:moveTo>
                    <a:cubicBezTo>
                      <a:pt x="333" y="1"/>
                      <a:pt x="1" y="426"/>
                      <a:pt x="1" y="1196"/>
                    </a:cubicBezTo>
                    <a:cubicBezTo>
                      <a:pt x="8" y="1958"/>
                      <a:pt x="314" y="2380"/>
                      <a:pt x="763" y="2380"/>
                    </a:cubicBezTo>
                    <a:cubicBezTo>
                      <a:pt x="1274" y="2380"/>
                      <a:pt x="1563" y="1946"/>
                      <a:pt x="1563" y="1165"/>
                    </a:cubicBezTo>
                    <a:cubicBezTo>
                      <a:pt x="1563" y="434"/>
                      <a:pt x="1285" y="1"/>
                      <a:pt x="8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56"/>
              <p:cNvSpPr/>
              <p:nvPr/>
            </p:nvSpPr>
            <p:spPr>
              <a:xfrm>
                <a:off x="2555180" y="4402794"/>
                <a:ext cx="43085" cy="89950"/>
              </a:xfrm>
              <a:custGeom>
                <a:avLst/>
                <a:gdLst/>
                <a:ahLst/>
                <a:cxnLst/>
                <a:rect l="l" t="t" r="r" b="b"/>
                <a:pathLst>
                  <a:path w="1231" h="2570" extrusionOk="0">
                    <a:moveTo>
                      <a:pt x="990" y="1"/>
                    </a:moveTo>
                    <a:lnTo>
                      <a:pt x="0" y="2570"/>
                    </a:lnTo>
                    <a:lnTo>
                      <a:pt x="240" y="2570"/>
                    </a:lnTo>
                    <a:lnTo>
                      <a:pt x="123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Google Shape;1468;p56"/>
              <p:cNvSpPr/>
              <p:nvPr/>
            </p:nvSpPr>
            <p:spPr>
              <a:xfrm>
                <a:off x="2629627" y="4405769"/>
                <a:ext cx="51520" cy="81935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2341" extrusionOk="0">
                    <a:moveTo>
                      <a:pt x="709" y="1"/>
                    </a:moveTo>
                    <a:cubicBezTo>
                      <a:pt x="445" y="1"/>
                      <a:pt x="218" y="101"/>
                      <a:pt x="59" y="237"/>
                    </a:cubicBezTo>
                    <a:lnTo>
                      <a:pt x="156" y="453"/>
                    </a:lnTo>
                    <a:cubicBezTo>
                      <a:pt x="264" y="364"/>
                      <a:pt x="438" y="260"/>
                      <a:pt x="647" y="260"/>
                    </a:cubicBezTo>
                    <a:cubicBezTo>
                      <a:pt x="988" y="260"/>
                      <a:pt x="1104" y="476"/>
                      <a:pt x="1104" y="708"/>
                    </a:cubicBezTo>
                    <a:cubicBezTo>
                      <a:pt x="1100" y="1057"/>
                      <a:pt x="833" y="1355"/>
                      <a:pt x="245" y="1912"/>
                    </a:cubicBezTo>
                    <a:lnTo>
                      <a:pt x="1" y="2151"/>
                    </a:lnTo>
                    <a:lnTo>
                      <a:pt x="1" y="2341"/>
                    </a:lnTo>
                    <a:lnTo>
                      <a:pt x="1471" y="2341"/>
                    </a:lnTo>
                    <a:lnTo>
                      <a:pt x="1471" y="2082"/>
                    </a:lnTo>
                    <a:lnTo>
                      <a:pt x="438" y="2082"/>
                    </a:lnTo>
                    <a:lnTo>
                      <a:pt x="438" y="2074"/>
                    </a:lnTo>
                    <a:lnTo>
                      <a:pt x="620" y="1904"/>
                    </a:lnTo>
                    <a:cubicBezTo>
                      <a:pt x="1107" y="1440"/>
                      <a:pt x="1413" y="1096"/>
                      <a:pt x="1413" y="669"/>
                    </a:cubicBezTo>
                    <a:cubicBezTo>
                      <a:pt x="1413" y="341"/>
                      <a:pt x="1204" y="1"/>
                      <a:pt x="7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56"/>
              <p:cNvSpPr/>
              <p:nvPr/>
            </p:nvSpPr>
            <p:spPr>
              <a:xfrm>
                <a:off x="2694098" y="4429849"/>
                <a:ext cx="14805" cy="59220"/>
              </a:xfrm>
              <a:custGeom>
                <a:avLst/>
                <a:gdLst/>
                <a:ahLst/>
                <a:cxnLst/>
                <a:rect l="l" t="t" r="r" b="b"/>
                <a:pathLst>
                  <a:path w="423" h="1692" extrusionOk="0">
                    <a:moveTo>
                      <a:pt x="213" y="1"/>
                    </a:moveTo>
                    <a:cubicBezTo>
                      <a:pt x="89" y="1"/>
                      <a:pt x="1" y="94"/>
                      <a:pt x="1" y="222"/>
                    </a:cubicBezTo>
                    <a:cubicBezTo>
                      <a:pt x="1" y="345"/>
                      <a:pt x="85" y="442"/>
                      <a:pt x="210" y="442"/>
                    </a:cubicBezTo>
                    <a:cubicBezTo>
                      <a:pt x="341" y="442"/>
                      <a:pt x="422" y="345"/>
                      <a:pt x="422" y="222"/>
                    </a:cubicBezTo>
                    <a:cubicBezTo>
                      <a:pt x="419" y="94"/>
                      <a:pt x="337" y="1"/>
                      <a:pt x="213" y="1"/>
                    </a:cubicBezTo>
                    <a:close/>
                    <a:moveTo>
                      <a:pt x="213" y="1251"/>
                    </a:moveTo>
                    <a:cubicBezTo>
                      <a:pt x="89" y="1251"/>
                      <a:pt x="1" y="1340"/>
                      <a:pt x="1" y="1472"/>
                    </a:cubicBezTo>
                    <a:cubicBezTo>
                      <a:pt x="1" y="1595"/>
                      <a:pt x="85" y="1692"/>
                      <a:pt x="210" y="1692"/>
                    </a:cubicBezTo>
                    <a:cubicBezTo>
                      <a:pt x="341" y="1692"/>
                      <a:pt x="422" y="1595"/>
                      <a:pt x="422" y="1472"/>
                    </a:cubicBezTo>
                    <a:cubicBezTo>
                      <a:pt x="419" y="1340"/>
                      <a:pt x="337" y="1251"/>
                      <a:pt x="213" y="12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56"/>
              <p:cNvSpPr/>
              <p:nvPr/>
            </p:nvSpPr>
            <p:spPr>
              <a:xfrm>
                <a:off x="2718494" y="4407134"/>
                <a:ext cx="50085" cy="81935"/>
              </a:xfrm>
              <a:custGeom>
                <a:avLst/>
                <a:gdLst/>
                <a:ahLst/>
                <a:cxnLst/>
                <a:rect l="l" t="t" r="r" b="b"/>
                <a:pathLst>
                  <a:path w="1431" h="2341" extrusionOk="0">
                    <a:moveTo>
                      <a:pt x="282" y="0"/>
                    </a:moveTo>
                    <a:lnTo>
                      <a:pt x="135" y="1107"/>
                    </a:lnTo>
                    <a:cubicBezTo>
                      <a:pt x="220" y="1095"/>
                      <a:pt x="320" y="1080"/>
                      <a:pt x="452" y="1080"/>
                    </a:cubicBezTo>
                    <a:cubicBezTo>
                      <a:pt x="913" y="1080"/>
                      <a:pt x="1110" y="1293"/>
                      <a:pt x="1114" y="1591"/>
                    </a:cubicBezTo>
                    <a:cubicBezTo>
                      <a:pt x="1114" y="1900"/>
                      <a:pt x="863" y="2089"/>
                      <a:pt x="568" y="2089"/>
                    </a:cubicBezTo>
                    <a:cubicBezTo>
                      <a:pt x="359" y="2089"/>
                      <a:pt x="174" y="2020"/>
                      <a:pt x="77" y="1962"/>
                    </a:cubicBezTo>
                    <a:lnTo>
                      <a:pt x="0" y="2198"/>
                    </a:lnTo>
                    <a:cubicBezTo>
                      <a:pt x="108" y="2271"/>
                      <a:pt x="320" y="2341"/>
                      <a:pt x="572" y="2341"/>
                    </a:cubicBezTo>
                    <a:cubicBezTo>
                      <a:pt x="1072" y="2341"/>
                      <a:pt x="1431" y="2005"/>
                      <a:pt x="1431" y="1555"/>
                    </a:cubicBezTo>
                    <a:cubicBezTo>
                      <a:pt x="1431" y="1266"/>
                      <a:pt x="1281" y="1068"/>
                      <a:pt x="1099" y="964"/>
                    </a:cubicBezTo>
                    <a:cubicBezTo>
                      <a:pt x="959" y="878"/>
                      <a:pt x="781" y="839"/>
                      <a:pt x="604" y="839"/>
                    </a:cubicBezTo>
                    <a:cubicBezTo>
                      <a:pt x="518" y="839"/>
                      <a:pt x="472" y="848"/>
                      <a:pt x="418" y="855"/>
                    </a:cubicBezTo>
                    <a:lnTo>
                      <a:pt x="506" y="264"/>
                    </a:lnTo>
                    <a:lnTo>
                      <a:pt x="1385" y="264"/>
                    </a:lnTo>
                    <a:lnTo>
                      <a:pt x="138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56"/>
              <p:cNvSpPr/>
              <p:nvPr/>
            </p:nvSpPr>
            <p:spPr>
              <a:xfrm>
                <a:off x="2781285" y="4405769"/>
                <a:ext cx="54600" cy="83300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2380" extrusionOk="0">
                    <a:moveTo>
                      <a:pt x="783" y="241"/>
                    </a:moveTo>
                    <a:cubicBezTo>
                      <a:pt x="1103" y="241"/>
                      <a:pt x="1251" y="616"/>
                      <a:pt x="1251" y="1180"/>
                    </a:cubicBezTo>
                    <a:cubicBezTo>
                      <a:pt x="1251" y="1769"/>
                      <a:pt x="1096" y="2140"/>
                      <a:pt x="778" y="2140"/>
                    </a:cubicBezTo>
                    <a:cubicBezTo>
                      <a:pt x="496" y="2140"/>
                      <a:pt x="310" y="1799"/>
                      <a:pt x="310" y="1200"/>
                    </a:cubicBezTo>
                    <a:cubicBezTo>
                      <a:pt x="310" y="573"/>
                      <a:pt x="508" y="241"/>
                      <a:pt x="783" y="241"/>
                    </a:cubicBezTo>
                    <a:close/>
                    <a:moveTo>
                      <a:pt x="798" y="1"/>
                    </a:moveTo>
                    <a:cubicBezTo>
                      <a:pt x="333" y="1"/>
                      <a:pt x="1" y="426"/>
                      <a:pt x="1" y="1196"/>
                    </a:cubicBezTo>
                    <a:cubicBezTo>
                      <a:pt x="8" y="1958"/>
                      <a:pt x="310" y="2380"/>
                      <a:pt x="760" y="2380"/>
                    </a:cubicBezTo>
                    <a:cubicBezTo>
                      <a:pt x="1270" y="2380"/>
                      <a:pt x="1560" y="1946"/>
                      <a:pt x="1560" y="1165"/>
                    </a:cubicBezTo>
                    <a:cubicBezTo>
                      <a:pt x="1560" y="434"/>
                      <a:pt x="1285" y="1"/>
                      <a:pt x="7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72" name="Google Shape;1472;p56"/>
            <p:cNvGrpSpPr/>
            <p:nvPr/>
          </p:nvGrpSpPr>
          <p:grpSpPr>
            <a:xfrm>
              <a:off x="6740408" y="4082745"/>
              <a:ext cx="1412936" cy="130770"/>
              <a:chOff x="2935989" y="4367723"/>
              <a:chExt cx="1685879" cy="156032"/>
            </a:xfrm>
          </p:grpSpPr>
          <p:sp>
            <p:nvSpPr>
              <p:cNvPr id="1473" name="Google Shape;1473;p56"/>
              <p:cNvSpPr/>
              <p:nvPr/>
            </p:nvSpPr>
            <p:spPr>
              <a:xfrm>
                <a:off x="2935989" y="4376368"/>
                <a:ext cx="179165" cy="138705"/>
              </a:xfrm>
              <a:custGeom>
                <a:avLst/>
                <a:gdLst/>
                <a:ahLst/>
                <a:cxnLst/>
                <a:rect l="l" t="t" r="r" b="b"/>
                <a:pathLst>
                  <a:path w="5119" h="3963" extrusionOk="0">
                    <a:moveTo>
                      <a:pt x="1323" y="1761"/>
                    </a:moveTo>
                    <a:lnTo>
                      <a:pt x="1323" y="2202"/>
                    </a:lnTo>
                    <a:lnTo>
                      <a:pt x="495" y="2202"/>
                    </a:lnTo>
                    <a:lnTo>
                      <a:pt x="495" y="1761"/>
                    </a:lnTo>
                    <a:close/>
                    <a:moveTo>
                      <a:pt x="4515" y="1761"/>
                    </a:moveTo>
                    <a:lnTo>
                      <a:pt x="4515" y="2202"/>
                    </a:lnTo>
                    <a:lnTo>
                      <a:pt x="1872" y="2202"/>
                    </a:lnTo>
                    <a:lnTo>
                      <a:pt x="1872" y="1761"/>
                    </a:lnTo>
                    <a:close/>
                    <a:moveTo>
                      <a:pt x="3191" y="2698"/>
                    </a:moveTo>
                    <a:lnTo>
                      <a:pt x="3191" y="3139"/>
                    </a:lnTo>
                    <a:lnTo>
                      <a:pt x="549" y="3139"/>
                    </a:lnTo>
                    <a:lnTo>
                      <a:pt x="549" y="2698"/>
                    </a:lnTo>
                    <a:close/>
                    <a:moveTo>
                      <a:pt x="4569" y="2698"/>
                    </a:moveTo>
                    <a:lnTo>
                      <a:pt x="4569" y="3139"/>
                    </a:lnTo>
                    <a:lnTo>
                      <a:pt x="3745" y="3139"/>
                    </a:lnTo>
                    <a:lnTo>
                      <a:pt x="3745" y="2698"/>
                    </a:lnTo>
                    <a:close/>
                    <a:moveTo>
                      <a:pt x="538" y="1"/>
                    </a:moveTo>
                    <a:cubicBezTo>
                      <a:pt x="240" y="1"/>
                      <a:pt x="0" y="241"/>
                      <a:pt x="0" y="539"/>
                    </a:cubicBezTo>
                    <a:lnTo>
                      <a:pt x="0" y="3429"/>
                    </a:lnTo>
                    <a:cubicBezTo>
                      <a:pt x="0" y="3723"/>
                      <a:pt x="240" y="3963"/>
                      <a:pt x="538" y="3963"/>
                    </a:cubicBezTo>
                    <a:lnTo>
                      <a:pt x="4584" y="3963"/>
                    </a:lnTo>
                    <a:cubicBezTo>
                      <a:pt x="4878" y="3963"/>
                      <a:pt x="5118" y="3723"/>
                      <a:pt x="5118" y="3429"/>
                    </a:cubicBezTo>
                    <a:lnTo>
                      <a:pt x="5118" y="539"/>
                    </a:lnTo>
                    <a:cubicBezTo>
                      <a:pt x="5118" y="241"/>
                      <a:pt x="4878" y="1"/>
                      <a:pt x="458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56"/>
              <p:cNvSpPr/>
              <p:nvPr/>
            </p:nvSpPr>
            <p:spPr>
              <a:xfrm>
                <a:off x="3835089" y="4383858"/>
                <a:ext cx="196525" cy="123760"/>
              </a:xfrm>
              <a:custGeom>
                <a:avLst/>
                <a:gdLst/>
                <a:ahLst/>
                <a:cxnLst/>
                <a:rect l="l" t="t" r="r" b="b"/>
                <a:pathLst>
                  <a:path w="5615" h="3536" extrusionOk="0">
                    <a:moveTo>
                      <a:pt x="5119" y="495"/>
                    </a:moveTo>
                    <a:lnTo>
                      <a:pt x="5119" y="3041"/>
                    </a:lnTo>
                    <a:lnTo>
                      <a:pt x="496" y="3041"/>
                    </a:lnTo>
                    <a:lnTo>
                      <a:pt x="496" y="495"/>
                    </a:lnTo>
                    <a:close/>
                    <a:moveTo>
                      <a:pt x="248" y="0"/>
                    </a:moveTo>
                    <a:cubicBezTo>
                      <a:pt x="109" y="0"/>
                      <a:pt x="0" y="112"/>
                      <a:pt x="0" y="247"/>
                    </a:cubicBezTo>
                    <a:lnTo>
                      <a:pt x="0" y="3288"/>
                    </a:lnTo>
                    <a:cubicBezTo>
                      <a:pt x="0" y="3424"/>
                      <a:pt x="109" y="3536"/>
                      <a:pt x="248" y="3536"/>
                    </a:cubicBezTo>
                    <a:lnTo>
                      <a:pt x="5367" y="3536"/>
                    </a:lnTo>
                    <a:cubicBezTo>
                      <a:pt x="5502" y="3536"/>
                      <a:pt x="5614" y="3424"/>
                      <a:pt x="5614" y="3288"/>
                    </a:cubicBezTo>
                    <a:lnTo>
                      <a:pt x="5614" y="247"/>
                    </a:lnTo>
                    <a:cubicBezTo>
                      <a:pt x="5614" y="112"/>
                      <a:pt x="5502" y="0"/>
                      <a:pt x="5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56"/>
              <p:cNvSpPr/>
              <p:nvPr/>
            </p:nvSpPr>
            <p:spPr>
              <a:xfrm>
                <a:off x="3239271" y="4379378"/>
                <a:ext cx="129115" cy="132720"/>
              </a:xfrm>
              <a:custGeom>
                <a:avLst/>
                <a:gdLst/>
                <a:ahLst/>
                <a:cxnLst/>
                <a:rect l="l" t="t" r="r" b="b"/>
                <a:pathLst>
                  <a:path w="3689" h="3792" extrusionOk="0">
                    <a:moveTo>
                      <a:pt x="1847" y="1173"/>
                    </a:moveTo>
                    <a:cubicBezTo>
                      <a:pt x="2245" y="1173"/>
                      <a:pt x="2570" y="1498"/>
                      <a:pt x="2570" y="1896"/>
                    </a:cubicBezTo>
                    <a:cubicBezTo>
                      <a:pt x="2570" y="2298"/>
                      <a:pt x="2245" y="2619"/>
                      <a:pt x="1847" y="2619"/>
                    </a:cubicBezTo>
                    <a:cubicBezTo>
                      <a:pt x="1444" y="2619"/>
                      <a:pt x="1119" y="2298"/>
                      <a:pt x="1119" y="1896"/>
                    </a:cubicBezTo>
                    <a:cubicBezTo>
                      <a:pt x="1119" y="1498"/>
                      <a:pt x="1444" y="1173"/>
                      <a:pt x="1847" y="1173"/>
                    </a:cubicBezTo>
                    <a:close/>
                    <a:moveTo>
                      <a:pt x="1336" y="0"/>
                    </a:moveTo>
                    <a:lnTo>
                      <a:pt x="1258" y="766"/>
                    </a:lnTo>
                    <a:lnTo>
                      <a:pt x="589" y="391"/>
                    </a:lnTo>
                    <a:lnTo>
                      <a:pt x="1" y="1223"/>
                    </a:lnTo>
                    <a:lnTo>
                      <a:pt x="783" y="1896"/>
                    </a:lnTo>
                    <a:lnTo>
                      <a:pt x="1" y="2569"/>
                    </a:lnTo>
                    <a:lnTo>
                      <a:pt x="589" y="3405"/>
                    </a:lnTo>
                    <a:lnTo>
                      <a:pt x="1258" y="3025"/>
                    </a:lnTo>
                    <a:lnTo>
                      <a:pt x="1336" y="3791"/>
                    </a:lnTo>
                    <a:lnTo>
                      <a:pt x="2353" y="3791"/>
                    </a:lnTo>
                    <a:lnTo>
                      <a:pt x="2431" y="3025"/>
                    </a:lnTo>
                    <a:lnTo>
                      <a:pt x="3100" y="3405"/>
                    </a:lnTo>
                    <a:lnTo>
                      <a:pt x="3688" y="2569"/>
                    </a:lnTo>
                    <a:lnTo>
                      <a:pt x="2910" y="1896"/>
                    </a:lnTo>
                    <a:lnTo>
                      <a:pt x="3688" y="1223"/>
                    </a:lnTo>
                    <a:lnTo>
                      <a:pt x="3100" y="391"/>
                    </a:lnTo>
                    <a:lnTo>
                      <a:pt x="2431" y="766"/>
                    </a:lnTo>
                    <a:lnTo>
                      <a:pt x="23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56"/>
              <p:cNvSpPr/>
              <p:nvPr/>
            </p:nvSpPr>
            <p:spPr>
              <a:xfrm>
                <a:off x="3313227" y="4379378"/>
                <a:ext cx="82880" cy="58660"/>
              </a:xfrm>
              <a:custGeom>
                <a:avLst/>
                <a:gdLst/>
                <a:ahLst/>
                <a:cxnLst/>
                <a:rect l="l" t="t" r="r" b="b"/>
                <a:pathLst>
                  <a:path w="2368" h="1676" extrusionOk="0">
                    <a:moveTo>
                      <a:pt x="0" y="0"/>
                    </a:moveTo>
                    <a:lnTo>
                      <a:pt x="0" y="1675"/>
                    </a:lnTo>
                    <a:lnTo>
                      <a:pt x="2368" y="1675"/>
                    </a:lnTo>
                    <a:lnTo>
                      <a:pt x="236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56"/>
              <p:cNvSpPr/>
              <p:nvPr/>
            </p:nvSpPr>
            <p:spPr>
              <a:xfrm>
                <a:off x="3329468" y="4393588"/>
                <a:ext cx="24535" cy="32935"/>
              </a:xfrm>
              <a:custGeom>
                <a:avLst/>
                <a:gdLst/>
                <a:ahLst/>
                <a:cxnLst/>
                <a:rect l="l" t="t" r="r" b="b"/>
                <a:pathLst>
                  <a:path w="701" h="941" extrusionOk="0">
                    <a:moveTo>
                      <a:pt x="1" y="1"/>
                    </a:moveTo>
                    <a:lnTo>
                      <a:pt x="1" y="940"/>
                    </a:lnTo>
                    <a:lnTo>
                      <a:pt x="124" y="940"/>
                    </a:lnTo>
                    <a:lnTo>
                      <a:pt x="124" y="499"/>
                    </a:lnTo>
                    <a:lnTo>
                      <a:pt x="577" y="499"/>
                    </a:lnTo>
                    <a:lnTo>
                      <a:pt x="577" y="940"/>
                    </a:lnTo>
                    <a:lnTo>
                      <a:pt x="701" y="940"/>
                    </a:lnTo>
                    <a:lnTo>
                      <a:pt x="701" y="1"/>
                    </a:lnTo>
                    <a:lnTo>
                      <a:pt x="577" y="1"/>
                    </a:lnTo>
                    <a:lnTo>
                      <a:pt x="577" y="395"/>
                    </a:lnTo>
                    <a:lnTo>
                      <a:pt x="124" y="395"/>
                    </a:lnTo>
                    <a:lnTo>
                      <a:pt x="1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56"/>
              <p:cNvSpPr/>
              <p:nvPr/>
            </p:nvSpPr>
            <p:spPr>
              <a:xfrm>
                <a:off x="3361283" y="4393308"/>
                <a:ext cx="26985" cy="33460"/>
              </a:xfrm>
              <a:custGeom>
                <a:avLst/>
                <a:gdLst/>
                <a:ahLst/>
                <a:cxnLst/>
                <a:rect l="l" t="t" r="r" b="b"/>
                <a:pathLst>
                  <a:path w="771" h="956" extrusionOk="0">
                    <a:moveTo>
                      <a:pt x="264" y="97"/>
                    </a:moveTo>
                    <a:cubicBezTo>
                      <a:pt x="520" y="97"/>
                      <a:pt x="647" y="241"/>
                      <a:pt x="647" y="461"/>
                    </a:cubicBezTo>
                    <a:cubicBezTo>
                      <a:pt x="647" y="713"/>
                      <a:pt x="504" y="859"/>
                      <a:pt x="245" y="859"/>
                    </a:cubicBezTo>
                    <a:cubicBezTo>
                      <a:pt x="198" y="859"/>
                      <a:pt x="152" y="856"/>
                      <a:pt x="120" y="852"/>
                    </a:cubicBezTo>
                    <a:lnTo>
                      <a:pt x="120" y="109"/>
                    </a:lnTo>
                    <a:cubicBezTo>
                      <a:pt x="156" y="105"/>
                      <a:pt x="202" y="97"/>
                      <a:pt x="264" y="97"/>
                    </a:cubicBezTo>
                    <a:close/>
                    <a:moveTo>
                      <a:pt x="260" y="0"/>
                    </a:moveTo>
                    <a:cubicBezTo>
                      <a:pt x="163" y="0"/>
                      <a:pt x="74" y="9"/>
                      <a:pt x="1" y="20"/>
                    </a:cubicBezTo>
                    <a:lnTo>
                      <a:pt x="1" y="945"/>
                    </a:lnTo>
                    <a:cubicBezTo>
                      <a:pt x="63" y="952"/>
                      <a:pt x="136" y="956"/>
                      <a:pt x="222" y="956"/>
                    </a:cubicBezTo>
                    <a:cubicBezTo>
                      <a:pt x="404" y="956"/>
                      <a:pt x="550" y="909"/>
                      <a:pt x="636" y="821"/>
                    </a:cubicBezTo>
                    <a:cubicBezTo>
                      <a:pt x="724" y="736"/>
                      <a:pt x="770" y="608"/>
                      <a:pt x="770" y="457"/>
                    </a:cubicBezTo>
                    <a:cubicBezTo>
                      <a:pt x="770" y="302"/>
                      <a:pt x="724" y="194"/>
                      <a:pt x="639" y="120"/>
                    </a:cubicBezTo>
                    <a:cubicBezTo>
                      <a:pt x="558" y="43"/>
                      <a:pt x="434" y="0"/>
                      <a:pt x="2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56"/>
              <p:cNvSpPr/>
              <p:nvPr/>
            </p:nvSpPr>
            <p:spPr>
              <a:xfrm>
                <a:off x="3520257" y="4370558"/>
                <a:ext cx="190715" cy="150325"/>
              </a:xfrm>
              <a:custGeom>
                <a:avLst/>
                <a:gdLst/>
                <a:ahLst/>
                <a:cxnLst/>
                <a:rect l="l" t="t" r="r" b="b"/>
                <a:pathLst>
                  <a:path w="5449" h="4295" extrusionOk="0">
                    <a:moveTo>
                      <a:pt x="4747" y="334"/>
                    </a:moveTo>
                    <a:cubicBezTo>
                      <a:pt x="4953" y="334"/>
                      <a:pt x="5119" y="500"/>
                      <a:pt x="5119" y="705"/>
                    </a:cubicBezTo>
                    <a:lnTo>
                      <a:pt x="5119" y="3595"/>
                    </a:lnTo>
                    <a:cubicBezTo>
                      <a:pt x="5119" y="3800"/>
                      <a:pt x="4953" y="3966"/>
                      <a:pt x="4747" y="3966"/>
                    </a:cubicBezTo>
                    <a:lnTo>
                      <a:pt x="701" y="3966"/>
                    </a:lnTo>
                    <a:cubicBezTo>
                      <a:pt x="496" y="3966"/>
                      <a:pt x="330" y="3800"/>
                      <a:pt x="330" y="3595"/>
                    </a:cubicBezTo>
                    <a:lnTo>
                      <a:pt x="330" y="705"/>
                    </a:lnTo>
                    <a:cubicBezTo>
                      <a:pt x="330" y="500"/>
                      <a:pt x="496" y="334"/>
                      <a:pt x="701" y="334"/>
                    </a:cubicBezTo>
                    <a:close/>
                    <a:moveTo>
                      <a:pt x="701" y="0"/>
                    </a:moveTo>
                    <a:cubicBezTo>
                      <a:pt x="314" y="0"/>
                      <a:pt x="1" y="318"/>
                      <a:pt x="1" y="705"/>
                    </a:cubicBezTo>
                    <a:lnTo>
                      <a:pt x="1" y="3595"/>
                    </a:lnTo>
                    <a:cubicBezTo>
                      <a:pt x="1" y="3982"/>
                      <a:pt x="314" y="4295"/>
                      <a:pt x="701" y="4295"/>
                    </a:cubicBezTo>
                    <a:lnTo>
                      <a:pt x="4747" y="4295"/>
                    </a:lnTo>
                    <a:cubicBezTo>
                      <a:pt x="5135" y="4295"/>
                      <a:pt x="5448" y="3982"/>
                      <a:pt x="5448" y="3595"/>
                    </a:cubicBezTo>
                    <a:lnTo>
                      <a:pt x="5448" y="705"/>
                    </a:lnTo>
                    <a:cubicBezTo>
                      <a:pt x="5448" y="318"/>
                      <a:pt x="5135" y="0"/>
                      <a:pt x="474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56"/>
              <p:cNvSpPr/>
              <p:nvPr/>
            </p:nvSpPr>
            <p:spPr>
              <a:xfrm>
                <a:off x="3623579" y="4446544"/>
                <a:ext cx="59080" cy="45640"/>
              </a:xfrm>
              <a:custGeom>
                <a:avLst/>
                <a:gdLst/>
                <a:ahLst/>
                <a:cxnLst/>
                <a:rect l="l" t="t" r="r" b="b"/>
                <a:pathLst>
                  <a:path w="1688" h="1304" extrusionOk="0">
                    <a:moveTo>
                      <a:pt x="179" y="0"/>
                    </a:moveTo>
                    <a:cubicBezTo>
                      <a:pt x="82" y="0"/>
                      <a:pt x="1" y="77"/>
                      <a:pt x="1" y="174"/>
                    </a:cubicBezTo>
                    <a:lnTo>
                      <a:pt x="1" y="1129"/>
                    </a:lnTo>
                    <a:cubicBezTo>
                      <a:pt x="1" y="1227"/>
                      <a:pt x="82" y="1304"/>
                      <a:pt x="179" y="1304"/>
                    </a:cubicBezTo>
                    <a:lnTo>
                      <a:pt x="1513" y="1304"/>
                    </a:lnTo>
                    <a:cubicBezTo>
                      <a:pt x="1610" y="1304"/>
                      <a:pt x="1688" y="1227"/>
                      <a:pt x="1688" y="1129"/>
                    </a:cubicBezTo>
                    <a:lnTo>
                      <a:pt x="1688" y="174"/>
                    </a:lnTo>
                    <a:cubicBezTo>
                      <a:pt x="1688" y="77"/>
                      <a:pt x="1610" y="0"/>
                      <a:pt x="15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56"/>
              <p:cNvSpPr/>
              <p:nvPr/>
            </p:nvSpPr>
            <p:spPr>
              <a:xfrm>
                <a:off x="4156710" y="4370558"/>
                <a:ext cx="190680" cy="150325"/>
              </a:xfrm>
              <a:custGeom>
                <a:avLst/>
                <a:gdLst/>
                <a:ahLst/>
                <a:cxnLst/>
                <a:rect l="l" t="t" r="r" b="b"/>
                <a:pathLst>
                  <a:path w="5448" h="4295" extrusionOk="0">
                    <a:moveTo>
                      <a:pt x="700" y="0"/>
                    </a:moveTo>
                    <a:cubicBezTo>
                      <a:pt x="314" y="0"/>
                      <a:pt x="0" y="318"/>
                      <a:pt x="0" y="705"/>
                    </a:cubicBezTo>
                    <a:lnTo>
                      <a:pt x="329" y="705"/>
                    </a:lnTo>
                    <a:cubicBezTo>
                      <a:pt x="329" y="500"/>
                      <a:pt x="496" y="334"/>
                      <a:pt x="700" y="334"/>
                    </a:cubicBezTo>
                    <a:lnTo>
                      <a:pt x="4748" y="334"/>
                    </a:lnTo>
                    <a:cubicBezTo>
                      <a:pt x="4953" y="334"/>
                      <a:pt x="5119" y="500"/>
                      <a:pt x="5119" y="705"/>
                    </a:cubicBezTo>
                    <a:lnTo>
                      <a:pt x="5119" y="3595"/>
                    </a:lnTo>
                    <a:cubicBezTo>
                      <a:pt x="5119" y="3800"/>
                      <a:pt x="4953" y="3966"/>
                      <a:pt x="4748" y="3966"/>
                    </a:cubicBezTo>
                    <a:lnTo>
                      <a:pt x="3769" y="3966"/>
                    </a:lnTo>
                    <a:lnTo>
                      <a:pt x="3769" y="4295"/>
                    </a:lnTo>
                    <a:lnTo>
                      <a:pt x="4748" y="4295"/>
                    </a:lnTo>
                    <a:cubicBezTo>
                      <a:pt x="5134" y="4295"/>
                      <a:pt x="5448" y="3982"/>
                      <a:pt x="5448" y="3595"/>
                    </a:cubicBezTo>
                    <a:lnTo>
                      <a:pt x="5448" y="705"/>
                    </a:lnTo>
                    <a:cubicBezTo>
                      <a:pt x="5448" y="318"/>
                      <a:pt x="5134" y="0"/>
                      <a:pt x="47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56"/>
              <p:cNvSpPr/>
              <p:nvPr/>
            </p:nvSpPr>
            <p:spPr>
              <a:xfrm>
                <a:off x="4155765" y="4407239"/>
                <a:ext cx="111755" cy="111755"/>
              </a:xfrm>
              <a:custGeom>
                <a:avLst/>
                <a:gdLst/>
                <a:ahLst/>
                <a:cxnLst/>
                <a:rect l="l" t="t" r="r" b="b"/>
                <a:pathLst>
                  <a:path w="3193" h="3193" extrusionOk="0">
                    <a:moveTo>
                      <a:pt x="0" y="1"/>
                    </a:moveTo>
                    <a:lnTo>
                      <a:pt x="0" y="477"/>
                    </a:lnTo>
                    <a:cubicBezTo>
                      <a:pt x="1498" y="477"/>
                      <a:pt x="2716" y="1695"/>
                      <a:pt x="2716" y="3193"/>
                    </a:cubicBezTo>
                    <a:lnTo>
                      <a:pt x="3192" y="3193"/>
                    </a:lnTo>
                    <a:cubicBezTo>
                      <a:pt x="3192" y="1433"/>
                      <a:pt x="1761" y="1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56"/>
              <p:cNvSpPr/>
              <p:nvPr/>
            </p:nvSpPr>
            <p:spPr>
              <a:xfrm>
                <a:off x="4155765" y="4445179"/>
                <a:ext cx="73815" cy="73815"/>
              </a:xfrm>
              <a:custGeom>
                <a:avLst/>
                <a:gdLst/>
                <a:ahLst/>
                <a:cxnLst/>
                <a:rect l="l" t="t" r="r" b="b"/>
                <a:pathLst>
                  <a:path w="2109" h="2109" extrusionOk="0">
                    <a:moveTo>
                      <a:pt x="0" y="0"/>
                    </a:moveTo>
                    <a:lnTo>
                      <a:pt x="0" y="477"/>
                    </a:lnTo>
                    <a:cubicBezTo>
                      <a:pt x="902" y="477"/>
                      <a:pt x="1632" y="1207"/>
                      <a:pt x="1632" y="2109"/>
                    </a:cubicBezTo>
                    <a:lnTo>
                      <a:pt x="2109" y="2109"/>
                    </a:lnTo>
                    <a:cubicBezTo>
                      <a:pt x="2109" y="945"/>
                      <a:pt x="1164" y="0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56"/>
              <p:cNvSpPr/>
              <p:nvPr/>
            </p:nvSpPr>
            <p:spPr>
              <a:xfrm>
                <a:off x="4155765" y="4487145"/>
                <a:ext cx="31850" cy="31850"/>
              </a:xfrm>
              <a:custGeom>
                <a:avLst/>
                <a:gdLst/>
                <a:ahLst/>
                <a:cxnLst/>
                <a:rect l="l" t="t" r="r" b="b"/>
                <a:pathLst>
                  <a:path w="910" h="910" extrusionOk="0">
                    <a:moveTo>
                      <a:pt x="0" y="1"/>
                    </a:moveTo>
                    <a:lnTo>
                      <a:pt x="0" y="910"/>
                    </a:lnTo>
                    <a:lnTo>
                      <a:pt x="909" y="910"/>
                    </a:lnTo>
                    <a:cubicBezTo>
                      <a:pt x="909" y="407"/>
                      <a:pt x="503" y="1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56"/>
              <p:cNvSpPr/>
              <p:nvPr/>
            </p:nvSpPr>
            <p:spPr>
              <a:xfrm>
                <a:off x="4471542" y="4367723"/>
                <a:ext cx="68530" cy="6853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958" extrusionOk="0">
                    <a:moveTo>
                      <a:pt x="248" y="1"/>
                    </a:moveTo>
                    <a:cubicBezTo>
                      <a:pt x="113" y="1"/>
                      <a:pt x="1" y="113"/>
                      <a:pt x="1" y="248"/>
                    </a:cubicBezTo>
                    <a:lnTo>
                      <a:pt x="1" y="1710"/>
                    </a:lnTo>
                    <a:cubicBezTo>
                      <a:pt x="1" y="1849"/>
                      <a:pt x="113" y="1958"/>
                      <a:pt x="248" y="1958"/>
                    </a:cubicBezTo>
                    <a:cubicBezTo>
                      <a:pt x="383" y="1958"/>
                      <a:pt x="495" y="1849"/>
                      <a:pt x="495" y="1710"/>
                    </a:cubicBezTo>
                    <a:lnTo>
                      <a:pt x="495" y="496"/>
                    </a:lnTo>
                    <a:lnTo>
                      <a:pt x="1710" y="496"/>
                    </a:lnTo>
                    <a:cubicBezTo>
                      <a:pt x="1845" y="496"/>
                      <a:pt x="1958" y="383"/>
                      <a:pt x="1958" y="248"/>
                    </a:cubicBezTo>
                    <a:cubicBezTo>
                      <a:pt x="1958" y="113"/>
                      <a:pt x="1845" y="1"/>
                      <a:pt x="17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56"/>
              <p:cNvSpPr/>
              <p:nvPr/>
            </p:nvSpPr>
            <p:spPr>
              <a:xfrm>
                <a:off x="4553164" y="4367723"/>
                <a:ext cx="68705" cy="68530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1958" extrusionOk="0">
                    <a:moveTo>
                      <a:pt x="249" y="1"/>
                    </a:moveTo>
                    <a:cubicBezTo>
                      <a:pt x="113" y="1"/>
                      <a:pt x="1" y="113"/>
                      <a:pt x="1" y="248"/>
                    </a:cubicBezTo>
                    <a:cubicBezTo>
                      <a:pt x="1" y="383"/>
                      <a:pt x="113" y="496"/>
                      <a:pt x="249" y="496"/>
                    </a:cubicBezTo>
                    <a:lnTo>
                      <a:pt x="1467" y="496"/>
                    </a:lnTo>
                    <a:lnTo>
                      <a:pt x="1467" y="1710"/>
                    </a:lnTo>
                    <a:cubicBezTo>
                      <a:pt x="1467" y="1849"/>
                      <a:pt x="1576" y="1958"/>
                      <a:pt x="1715" y="1958"/>
                    </a:cubicBezTo>
                    <a:cubicBezTo>
                      <a:pt x="1851" y="1958"/>
                      <a:pt x="1963" y="1849"/>
                      <a:pt x="1963" y="1710"/>
                    </a:cubicBezTo>
                    <a:lnTo>
                      <a:pt x="1963" y="248"/>
                    </a:lnTo>
                    <a:cubicBezTo>
                      <a:pt x="1963" y="113"/>
                      <a:pt x="1851" y="1"/>
                      <a:pt x="17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56"/>
              <p:cNvSpPr/>
              <p:nvPr/>
            </p:nvSpPr>
            <p:spPr>
              <a:xfrm>
                <a:off x="4553164" y="4455190"/>
                <a:ext cx="68705" cy="68565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1959" extrusionOk="0">
                    <a:moveTo>
                      <a:pt x="1715" y="0"/>
                    </a:moveTo>
                    <a:cubicBezTo>
                      <a:pt x="1576" y="0"/>
                      <a:pt x="1467" y="113"/>
                      <a:pt x="1467" y="248"/>
                    </a:cubicBezTo>
                    <a:lnTo>
                      <a:pt x="1467" y="1463"/>
                    </a:lnTo>
                    <a:lnTo>
                      <a:pt x="249" y="1463"/>
                    </a:lnTo>
                    <a:cubicBezTo>
                      <a:pt x="113" y="1463"/>
                      <a:pt x="1" y="1575"/>
                      <a:pt x="1" y="1711"/>
                    </a:cubicBezTo>
                    <a:cubicBezTo>
                      <a:pt x="1" y="1850"/>
                      <a:pt x="113" y="1959"/>
                      <a:pt x="249" y="1959"/>
                    </a:cubicBezTo>
                    <a:lnTo>
                      <a:pt x="1715" y="1959"/>
                    </a:lnTo>
                    <a:cubicBezTo>
                      <a:pt x="1851" y="1959"/>
                      <a:pt x="1963" y="1850"/>
                      <a:pt x="1963" y="1711"/>
                    </a:cubicBezTo>
                    <a:lnTo>
                      <a:pt x="1963" y="248"/>
                    </a:lnTo>
                    <a:cubicBezTo>
                      <a:pt x="1963" y="113"/>
                      <a:pt x="1851" y="0"/>
                      <a:pt x="17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56"/>
              <p:cNvSpPr/>
              <p:nvPr/>
            </p:nvSpPr>
            <p:spPr>
              <a:xfrm>
                <a:off x="4471542" y="4455190"/>
                <a:ext cx="68530" cy="6856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959" extrusionOk="0">
                    <a:moveTo>
                      <a:pt x="248" y="0"/>
                    </a:moveTo>
                    <a:cubicBezTo>
                      <a:pt x="113" y="0"/>
                      <a:pt x="1" y="113"/>
                      <a:pt x="1" y="248"/>
                    </a:cubicBezTo>
                    <a:lnTo>
                      <a:pt x="1" y="1711"/>
                    </a:lnTo>
                    <a:cubicBezTo>
                      <a:pt x="1" y="1850"/>
                      <a:pt x="113" y="1959"/>
                      <a:pt x="248" y="1959"/>
                    </a:cubicBezTo>
                    <a:lnTo>
                      <a:pt x="1710" y="1959"/>
                    </a:lnTo>
                    <a:cubicBezTo>
                      <a:pt x="1845" y="1959"/>
                      <a:pt x="1958" y="1850"/>
                      <a:pt x="1958" y="1711"/>
                    </a:cubicBezTo>
                    <a:cubicBezTo>
                      <a:pt x="1958" y="1575"/>
                      <a:pt x="1845" y="1463"/>
                      <a:pt x="1710" y="1463"/>
                    </a:cubicBezTo>
                    <a:lnTo>
                      <a:pt x="495" y="1463"/>
                    </a:lnTo>
                    <a:lnTo>
                      <a:pt x="495" y="248"/>
                    </a:lnTo>
                    <a:cubicBezTo>
                      <a:pt x="495" y="113"/>
                      <a:pt x="383" y="0"/>
                      <a:pt x="2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489" name="Google Shape;1489;p56"/>
          <p:cNvPicPr preferRelativeResize="0"/>
          <p:nvPr/>
        </p:nvPicPr>
        <p:blipFill rotWithShape="1">
          <a:blip r:embed="rId3">
            <a:alphaModFix/>
          </a:blip>
          <a:srcRect l="553" r="553"/>
          <a:stretch/>
        </p:blipFill>
        <p:spPr>
          <a:xfrm>
            <a:off x="4895242" y="1684403"/>
            <a:ext cx="3310999" cy="18833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90" name="Google Shape;1490;p56"/>
          <p:cNvGrpSpPr/>
          <p:nvPr/>
        </p:nvGrpSpPr>
        <p:grpSpPr>
          <a:xfrm>
            <a:off x="6174929" y="2303027"/>
            <a:ext cx="646112" cy="646129"/>
            <a:chOff x="2389708" y="2922863"/>
            <a:chExt cx="300378" cy="300385"/>
          </a:xfrm>
        </p:grpSpPr>
        <p:sp>
          <p:nvSpPr>
            <p:cNvPr id="1491" name="Google Shape;1491;p56"/>
            <p:cNvSpPr/>
            <p:nvPr/>
          </p:nvSpPr>
          <p:spPr>
            <a:xfrm>
              <a:off x="2389708" y="2922863"/>
              <a:ext cx="300378" cy="300385"/>
            </a:xfrm>
            <a:custGeom>
              <a:avLst/>
              <a:gdLst/>
              <a:ahLst/>
              <a:cxnLst/>
              <a:rect l="l" t="t" r="r" b="b"/>
              <a:pathLst>
                <a:path w="39680" h="39681" extrusionOk="0">
                  <a:moveTo>
                    <a:pt x="19840" y="1"/>
                  </a:moveTo>
                  <a:cubicBezTo>
                    <a:pt x="8884" y="1"/>
                    <a:pt x="1" y="8884"/>
                    <a:pt x="1" y="19840"/>
                  </a:cubicBezTo>
                  <a:cubicBezTo>
                    <a:pt x="1" y="30797"/>
                    <a:pt x="8884" y="39680"/>
                    <a:pt x="19840" y="39680"/>
                  </a:cubicBezTo>
                  <a:cubicBezTo>
                    <a:pt x="30797" y="39680"/>
                    <a:pt x="39680" y="30797"/>
                    <a:pt x="39680" y="19840"/>
                  </a:cubicBezTo>
                  <a:cubicBezTo>
                    <a:pt x="39680" y="8884"/>
                    <a:pt x="30797" y="1"/>
                    <a:pt x="198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56"/>
            <p:cNvSpPr/>
            <p:nvPr/>
          </p:nvSpPr>
          <p:spPr>
            <a:xfrm>
              <a:off x="2488850" y="3005373"/>
              <a:ext cx="135374" cy="135374"/>
            </a:xfrm>
            <a:custGeom>
              <a:avLst/>
              <a:gdLst/>
              <a:ahLst/>
              <a:cxnLst/>
              <a:rect l="l" t="t" r="r" b="b"/>
              <a:pathLst>
                <a:path w="17883" h="17883" extrusionOk="0">
                  <a:moveTo>
                    <a:pt x="0" y="1"/>
                  </a:moveTo>
                  <a:lnTo>
                    <a:pt x="0" y="17882"/>
                  </a:lnTo>
                  <a:lnTo>
                    <a:pt x="17883" y="894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b="1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  <a:t>View i ViewGroup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47712" y="1200149"/>
            <a:ext cx="4038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tx1"/>
                </a:solidFill>
              </a:rPr>
              <a:t>Osnovni elementi Android layout </a:t>
            </a:r>
            <a:r>
              <a:rPr lang="en-US" b="1" smtClean="0">
                <a:solidFill>
                  <a:schemeClr val="tx1"/>
                </a:solidFill>
              </a:rPr>
              <a:t>sistema</a:t>
            </a:r>
            <a:endParaRPr lang="en-US" b="1">
              <a:solidFill>
                <a:schemeClr val="tx1"/>
              </a:solidFill>
            </a:endParaRPr>
          </a:p>
        </p:txBody>
      </p:sp>
      <p:grpSp>
        <p:nvGrpSpPr>
          <p:cNvPr id="5" name="Group 10"/>
          <p:cNvGrpSpPr/>
          <p:nvPr/>
        </p:nvGrpSpPr>
        <p:grpSpPr>
          <a:xfrm>
            <a:off x="4786312" y="666750"/>
            <a:ext cx="3757612" cy="4241600"/>
            <a:chOff x="0" y="0"/>
            <a:chExt cx="643859" cy="952281"/>
          </a:xfrm>
        </p:grpSpPr>
        <p:sp>
          <p:nvSpPr>
            <p:cNvPr id="6" name="Freeform 11"/>
            <p:cNvSpPr/>
            <p:nvPr/>
          </p:nvSpPr>
          <p:spPr>
            <a:xfrm>
              <a:off x="0" y="0"/>
              <a:ext cx="643859" cy="952281"/>
            </a:xfrm>
            <a:custGeom>
              <a:avLst/>
              <a:gdLst/>
              <a:ahLst/>
              <a:cxnLst/>
              <a:rect l="l" t="t" r="r" b="b"/>
              <a:pathLst>
                <a:path w="643859" h="952281">
                  <a:moveTo>
                    <a:pt x="49734" y="0"/>
                  </a:moveTo>
                  <a:lnTo>
                    <a:pt x="594125" y="0"/>
                  </a:lnTo>
                  <a:cubicBezTo>
                    <a:pt x="621592" y="0"/>
                    <a:pt x="643859" y="22267"/>
                    <a:pt x="643859" y="49734"/>
                  </a:cubicBezTo>
                  <a:lnTo>
                    <a:pt x="643859" y="902547"/>
                  </a:lnTo>
                  <a:cubicBezTo>
                    <a:pt x="643859" y="930015"/>
                    <a:pt x="621592" y="952281"/>
                    <a:pt x="594125" y="952281"/>
                  </a:cubicBezTo>
                  <a:lnTo>
                    <a:pt x="49734" y="952281"/>
                  </a:lnTo>
                  <a:cubicBezTo>
                    <a:pt x="22267" y="952281"/>
                    <a:pt x="0" y="930015"/>
                    <a:pt x="0" y="902547"/>
                  </a:cubicBezTo>
                  <a:lnTo>
                    <a:pt x="0" y="49734"/>
                  </a:lnTo>
                  <a:cubicBezTo>
                    <a:pt x="0" y="22267"/>
                    <a:pt x="22267" y="0"/>
                    <a:pt x="49734" y="0"/>
                  </a:cubicBezTo>
                  <a:close/>
                </a:path>
              </a:pathLst>
            </a:custGeom>
            <a:blipFill>
              <a:blip r:embed="rId3"/>
              <a:stretch>
                <a:fillRect t="-176" b="-176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164875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b="1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  <a:t>Render proces</a:t>
            </a:r>
            <a:endParaRPr lang="en-US" b="1" err="1">
              <a:solidFill>
                <a:schemeClr val="tx1"/>
              </a:solidFill>
              <a:latin typeface="Roboto Medium" pitchFamily="2" charset="0"/>
              <a:ea typeface="Roboto Medium" pitchFamily="2" charset="0"/>
            </a:endParaRPr>
          </a:p>
        </p:txBody>
      </p:sp>
      <p:sp>
        <p:nvSpPr>
          <p:cNvPr id="21" name="AutoShape 5"/>
          <p:cNvSpPr/>
          <p:nvPr/>
        </p:nvSpPr>
        <p:spPr>
          <a:xfrm flipV="1">
            <a:off x="479599" y="2806976"/>
            <a:ext cx="7826202" cy="34671"/>
          </a:xfrm>
          <a:prstGeom prst="line">
            <a:avLst/>
          </a:prstGeom>
          <a:ln w="9525" cap="flat">
            <a:solidFill>
              <a:srgbClr val="23395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6"/>
          <p:cNvGrpSpPr/>
          <p:nvPr/>
        </p:nvGrpSpPr>
        <p:grpSpPr>
          <a:xfrm>
            <a:off x="305567" y="2741125"/>
            <a:ext cx="192035" cy="201047"/>
            <a:chOff x="0" y="0"/>
            <a:chExt cx="812800" cy="812800"/>
          </a:xfrm>
        </p:grpSpPr>
        <p:sp>
          <p:nvSpPr>
            <p:cNvPr id="23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3395B"/>
            </a:solidFill>
          </p:spPr>
        </p:sp>
        <p:sp>
          <p:nvSpPr>
            <p:cNvPr id="24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25" name="Group 9"/>
          <p:cNvGrpSpPr/>
          <p:nvPr/>
        </p:nvGrpSpPr>
        <p:grpSpPr>
          <a:xfrm>
            <a:off x="3104382" y="2748193"/>
            <a:ext cx="192035" cy="201047"/>
            <a:chOff x="0" y="0"/>
            <a:chExt cx="812800" cy="812800"/>
          </a:xfrm>
        </p:grpSpPr>
        <p:sp>
          <p:nvSpPr>
            <p:cNvPr id="26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3395B"/>
            </a:solidFill>
          </p:spPr>
        </p:sp>
        <p:sp>
          <p:nvSpPr>
            <p:cNvPr id="27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28" name="TextBox 12"/>
          <p:cNvSpPr txBox="1"/>
          <p:nvPr/>
        </p:nvSpPr>
        <p:spPr>
          <a:xfrm>
            <a:off x="305567" y="1566618"/>
            <a:ext cx="2712679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300"/>
              </a:lnSpc>
            </a:pPr>
            <a:r>
              <a:rPr lang="en-US" sz="3000" b="1" spc="-30">
                <a:solidFill>
                  <a:srgbClr val="23395B"/>
                </a:solidFill>
                <a:latin typeface="Telegraf Bold"/>
                <a:ea typeface="Telegraf Bold"/>
                <a:cs typeface="Telegraf Bold"/>
                <a:sym typeface="Telegraf Bold"/>
              </a:rPr>
              <a:t>UI Thread</a:t>
            </a:r>
          </a:p>
        </p:txBody>
      </p:sp>
      <p:sp>
        <p:nvSpPr>
          <p:cNvPr id="29" name="TextBox 13"/>
          <p:cNvSpPr txBox="1"/>
          <p:nvPr/>
        </p:nvSpPr>
        <p:spPr>
          <a:xfrm>
            <a:off x="286517" y="3105150"/>
            <a:ext cx="2039529" cy="1795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</a:pPr>
            <a:r>
              <a:rPr lang="en-US" sz="2000" spc="-20">
                <a:solidFill>
                  <a:srgbClr val="23395B"/>
                </a:solidFill>
                <a:latin typeface="Telegraf"/>
                <a:ea typeface="Telegraf"/>
                <a:cs typeface="Telegraf"/>
                <a:sym typeface="Telegraf"/>
              </a:rPr>
              <a:t>UI Thread je </a:t>
            </a:r>
            <a:r>
              <a:rPr lang="en-US" sz="2000" b="1" spc="-20">
                <a:solidFill>
                  <a:srgbClr val="23395B"/>
                </a:solidFill>
                <a:latin typeface="Telegraf Bold"/>
                <a:ea typeface="Telegraf Bold"/>
                <a:cs typeface="Telegraf Bold"/>
                <a:sym typeface="Telegraf Bold"/>
              </a:rPr>
              <a:t>glavna nit</a:t>
            </a:r>
            <a:r>
              <a:rPr lang="en-US" sz="2000" spc="-20">
                <a:solidFill>
                  <a:srgbClr val="23395B"/>
                </a:solidFill>
                <a:latin typeface="Telegraf"/>
                <a:ea typeface="Telegraf"/>
                <a:cs typeface="Telegraf"/>
                <a:sym typeface="Telegraf"/>
              </a:rPr>
              <a:t> koja upravlja svim operacijama prikazivanja.</a:t>
            </a:r>
          </a:p>
        </p:txBody>
      </p:sp>
      <p:sp>
        <p:nvSpPr>
          <p:cNvPr id="30" name="TextBox 14"/>
          <p:cNvSpPr txBox="1"/>
          <p:nvPr/>
        </p:nvSpPr>
        <p:spPr>
          <a:xfrm>
            <a:off x="3200399" y="3181350"/>
            <a:ext cx="2070560" cy="1795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</a:pPr>
            <a:r>
              <a:rPr lang="en-US" sz="2000" spc="-20">
                <a:solidFill>
                  <a:srgbClr val="23395B"/>
                </a:solidFill>
                <a:latin typeface="Telegraf"/>
                <a:ea typeface="Telegraf"/>
                <a:cs typeface="Telegraf"/>
                <a:sym typeface="Telegraf"/>
              </a:rPr>
              <a:t>Layout Inflation se </a:t>
            </a:r>
            <a:r>
              <a:rPr lang="en-US" sz="2000" b="1" spc="-20">
                <a:solidFill>
                  <a:srgbClr val="23395B"/>
                </a:solidFill>
                <a:latin typeface="Telegraf Bold"/>
                <a:ea typeface="Telegraf Bold"/>
                <a:cs typeface="Telegraf Bold"/>
                <a:sym typeface="Telegraf Bold"/>
              </a:rPr>
              <a:t>pretvara</a:t>
            </a:r>
            <a:r>
              <a:rPr lang="en-US" sz="2000" spc="-20">
                <a:solidFill>
                  <a:srgbClr val="23395B"/>
                </a:solidFill>
                <a:latin typeface="Telegraf"/>
                <a:ea typeface="Telegraf"/>
                <a:cs typeface="Telegraf"/>
                <a:sym typeface="Telegraf"/>
              </a:rPr>
              <a:t> XML u objekte View, omogućavajući njihovo korišćenje.</a:t>
            </a:r>
          </a:p>
        </p:txBody>
      </p:sp>
      <p:sp>
        <p:nvSpPr>
          <p:cNvPr id="31" name="TextBox 15"/>
          <p:cNvSpPr txBox="1"/>
          <p:nvPr/>
        </p:nvSpPr>
        <p:spPr>
          <a:xfrm>
            <a:off x="3200400" y="1428750"/>
            <a:ext cx="2750430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300"/>
              </a:lnSpc>
              <a:spcBef>
                <a:spcPct val="0"/>
              </a:spcBef>
            </a:pPr>
            <a:r>
              <a:rPr lang="en-US" sz="3000" b="1" u="none" strike="noStrike" spc="-30">
                <a:solidFill>
                  <a:srgbClr val="23395B"/>
                </a:solidFill>
                <a:latin typeface="Telegraf Bold"/>
                <a:ea typeface="Telegraf Bold"/>
                <a:cs typeface="Telegraf Bold"/>
                <a:sym typeface="Telegraf Bold"/>
              </a:rPr>
              <a:t>Layout Inflation</a:t>
            </a:r>
          </a:p>
        </p:txBody>
      </p:sp>
      <p:sp>
        <p:nvSpPr>
          <p:cNvPr id="32" name="TextBox 16"/>
          <p:cNvSpPr txBox="1"/>
          <p:nvPr/>
        </p:nvSpPr>
        <p:spPr>
          <a:xfrm>
            <a:off x="5969880" y="1428750"/>
            <a:ext cx="2743640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300"/>
              </a:lnSpc>
              <a:spcBef>
                <a:spcPct val="0"/>
              </a:spcBef>
            </a:pPr>
            <a:r>
              <a:rPr lang="en-US" sz="3000" b="1" u="none" strike="noStrike" spc="-30">
                <a:solidFill>
                  <a:srgbClr val="23395B"/>
                </a:solidFill>
                <a:latin typeface="Telegraf Bold"/>
                <a:ea typeface="Telegraf Bold"/>
                <a:cs typeface="Telegraf Bold"/>
                <a:sym typeface="Telegraf Bold"/>
              </a:rPr>
              <a:t>Rendering Pipeline</a:t>
            </a:r>
          </a:p>
        </p:txBody>
      </p:sp>
      <p:grpSp>
        <p:nvGrpSpPr>
          <p:cNvPr id="33" name="Group 18"/>
          <p:cNvGrpSpPr/>
          <p:nvPr/>
        </p:nvGrpSpPr>
        <p:grpSpPr>
          <a:xfrm>
            <a:off x="5873862" y="2713521"/>
            <a:ext cx="192035" cy="201047"/>
            <a:chOff x="0" y="0"/>
            <a:chExt cx="812800" cy="812800"/>
          </a:xfrm>
        </p:grpSpPr>
        <p:sp>
          <p:nvSpPr>
            <p:cNvPr id="34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3395B"/>
            </a:solidFill>
          </p:spPr>
        </p:sp>
        <p:sp>
          <p:nvSpPr>
            <p:cNvPr id="35" name="TextBox 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36" name="TextBox 21"/>
          <p:cNvSpPr txBox="1"/>
          <p:nvPr/>
        </p:nvSpPr>
        <p:spPr>
          <a:xfrm>
            <a:off x="5791200" y="3280070"/>
            <a:ext cx="2847975" cy="1436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</a:pPr>
            <a:r>
              <a:rPr lang="en-US" sz="2000" spc="-20">
                <a:solidFill>
                  <a:srgbClr val="23395B"/>
                </a:solidFill>
                <a:latin typeface="Telegraf"/>
                <a:ea typeface="Telegraf"/>
                <a:cs typeface="Telegraf"/>
                <a:sym typeface="Telegraf"/>
              </a:rPr>
              <a:t>Rendering Pipeline se </a:t>
            </a:r>
            <a:r>
              <a:rPr lang="en-US" sz="2000" b="1" spc="-20">
                <a:solidFill>
                  <a:srgbClr val="23395B"/>
                </a:solidFill>
                <a:latin typeface="Telegraf Bold"/>
                <a:ea typeface="Telegraf Bold"/>
                <a:cs typeface="Telegraf Bold"/>
                <a:sym typeface="Telegraf Bold"/>
              </a:rPr>
              <a:t>odvija</a:t>
            </a:r>
            <a:r>
              <a:rPr lang="en-US" sz="2000" spc="-20">
                <a:solidFill>
                  <a:srgbClr val="23395B"/>
                </a:solidFill>
                <a:latin typeface="Telegraf"/>
                <a:ea typeface="Telegraf"/>
                <a:cs typeface="Telegraf"/>
                <a:sym typeface="Telegraf"/>
              </a:rPr>
              <a:t> kada se prikazuje korisnički interfejs na ekranu.</a:t>
            </a:r>
          </a:p>
        </p:txBody>
      </p:sp>
    </p:spTree>
    <p:extLst>
      <p:ext uri="{BB962C8B-B14F-4D97-AF65-F5344CB8AC3E}">
        <p14:creationId xmlns:p14="http://schemas.microsoft.com/office/powerpoint/2010/main" val="3946933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3"/>
          <p:cNvSpPr txBox="1">
            <a:spLocks noGrp="1"/>
          </p:cNvSpPr>
          <p:nvPr>
            <p:ph type="title"/>
          </p:nvPr>
        </p:nvSpPr>
        <p:spPr>
          <a:xfrm>
            <a:off x="685800" y="76140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b="1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  <a:t>setContentView()</a:t>
            </a:r>
            <a:br>
              <a:rPr lang="en-US" b="1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</a:br>
            <a:r>
              <a:rPr lang="en-US" sz="1400" b="1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  <a:t>Povezivanje layout-a sa Activity-jem</a:t>
            </a:r>
            <a:r>
              <a:rPr lang="en-US" b="1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  <a:t/>
            </a:r>
            <a:br>
              <a:rPr lang="en-US" b="1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</a:br>
            <a:r>
              <a:rPr lang="en-US" b="1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  <a:t/>
            </a:r>
            <a:br>
              <a:rPr lang="en-US" b="1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</a:br>
            <a:endParaRPr lang="en-US" b="1">
              <a:solidFill>
                <a:schemeClr val="tx1"/>
              </a:solidFill>
              <a:latin typeface="Roboto Medium" pitchFamily="2" charset="0"/>
              <a:ea typeface="Roboto Medium" pitchFamily="2" charset="0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533400" y="1047750"/>
            <a:ext cx="3200400" cy="3657600"/>
            <a:chOff x="0" y="0"/>
            <a:chExt cx="643859" cy="9522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3859" cy="952281"/>
            </a:xfrm>
            <a:custGeom>
              <a:avLst/>
              <a:gdLst/>
              <a:ahLst/>
              <a:cxnLst/>
              <a:rect l="l" t="t" r="r" b="b"/>
              <a:pathLst>
                <a:path w="643859" h="952281">
                  <a:moveTo>
                    <a:pt x="49734" y="0"/>
                  </a:moveTo>
                  <a:lnTo>
                    <a:pt x="594125" y="0"/>
                  </a:lnTo>
                  <a:cubicBezTo>
                    <a:pt x="621592" y="0"/>
                    <a:pt x="643859" y="22267"/>
                    <a:pt x="643859" y="49734"/>
                  </a:cubicBezTo>
                  <a:lnTo>
                    <a:pt x="643859" y="902547"/>
                  </a:lnTo>
                  <a:cubicBezTo>
                    <a:pt x="643859" y="930015"/>
                    <a:pt x="621592" y="952281"/>
                    <a:pt x="594125" y="952281"/>
                  </a:cubicBezTo>
                  <a:lnTo>
                    <a:pt x="49734" y="952281"/>
                  </a:lnTo>
                  <a:cubicBezTo>
                    <a:pt x="22267" y="952281"/>
                    <a:pt x="0" y="930015"/>
                    <a:pt x="0" y="902547"/>
                  </a:cubicBezTo>
                  <a:lnTo>
                    <a:pt x="0" y="49734"/>
                  </a:lnTo>
                  <a:cubicBezTo>
                    <a:pt x="0" y="22267"/>
                    <a:pt x="22267" y="0"/>
                    <a:pt x="49734" y="0"/>
                  </a:cubicBezTo>
                  <a:close/>
                </a:path>
              </a:pathLst>
            </a:custGeom>
            <a:blipFill>
              <a:blip r:embed="rId3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</a:blip>
              <a:stretch>
                <a:fillRect t="-176" b="-176"/>
              </a:stretch>
            </a:blipFill>
          </p:spPr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1047750"/>
            <a:ext cx="2514600" cy="3718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8474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3"/>
          <p:cNvSpPr txBox="1">
            <a:spLocks noGrp="1"/>
          </p:cNvSpPr>
          <p:nvPr>
            <p:ph type="title"/>
          </p:nvPr>
        </p:nvSpPr>
        <p:spPr>
          <a:xfrm>
            <a:off x="685800" y="76140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b="1" smtClean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  <a:t>Merne jedinice</a:t>
            </a:r>
            <a:br>
              <a:rPr lang="en-US" b="1" smtClean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</a:br>
            <a:r>
              <a:rPr lang="en-US" sz="1400" b="1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  <a:t>Razumevanje dp, sp, px</a:t>
            </a:r>
            <a:br>
              <a:rPr lang="en-US" sz="1400" b="1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</a:br>
            <a:r>
              <a:rPr lang="en-US" b="1" smtClean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  <a:t/>
            </a:r>
            <a:br>
              <a:rPr lang="en-US" b="1" smtClean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</a:br>
            <a:endParaRPr lang="en-US" b="1">
              <a:solidFill>
                <a:schemeClr val="tx1"/>
              </a:solidFill>
              <a:latin typeface="Roboto Medium" pitchFamily="2" charset="0"/>
              <a:ea typeface="Roboto Medium" pitchFamily="2" charset="0"/>
            </a:endParaRPr>
          </a:p>
        </p:txBody>
      </p:sp>
      <p:grpSp>
        <p:nvGrpSpPr>
          <p:cNvPr id="7" name="Group 5"/>
          <p:cNvGrpSpPr/>
          <p:nvPr/>
        </p:nvGrpSpPr>
        <p:grpSpPr>
          <a:xfrm>
            <a:off x="8059351" y="4164715"/>
            <a:ext cx="3113891" cy="787632"/>
            <a:chOff x="0" y="-19050"/>
            <a:chExt cx="7199298" cy="1258443"/>
          </a:xfrm>
        </p:grpSpPr>
        <p:sp>
          <p:nvSpPr>
            <p:cNvPr id="8" name="TextBox 6"/>
            <p:cNvSpPr txBox="1"/>
            <p:nvPr/>
          </p:nvSpPr>
          <p:spPr>
            <a:xfrm>
              <a:off x="0" y="-19050"/>
              <a:ext cx="7199298" cy="5779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endParaRPr lang="en-US" b="1" spc="-30">
                <a:solidFill>
                  <a:srgbClr val="23395B"/>
                </a:solidFill>
                <a:latin typeface="Roboto Medium" pitchFamily="2" charset="0"/>
                <a:ea typeface="Roboto Medium" pitchFamily="2" charset="0"/>
                <a:cs typeface="Telegraf Bold"/>
                <a:sym typeface="Telegraf Bold"/>
              </a:endParaRPr>
            </a:p>
          </p:txBody>
        </p:sp>
        <p:sp>
          <p:nvSpPr>
            <p:cNvPr id="9" name="TextBox 7"/>
            <p:cNvSpPr txBox="1"/>
            <p:nvPr/>
          </p:nvSpPr>
          <p:spPr>
            <a:xfrm>
              <a:off x="0" y="738318"/>
              <a:ext cx="7199298" cy="501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endParaRPr lang="en-US" spc="-20">
                <a:solidFill>
                  <a:srgbClr val="23395B"/>
                </a:solidFill>
                <a:latin typeface="Roboto Medium" pitchFamily="2" charset="0"/>
                <a:ea typeface="Roboto Medium" pitchFamily="2" charset="0"/>
                <a:cs typeface="Telegraf"/>
                <a:sym typeface="Telegraf"/>
              </a:endParaRPr>
            </a:p>
          </p:txBody>
        </p:sp>
      </p:grpSp>
      <p:grpSp>
        <p:nvGrpSpPr>
          <p:cNvPr id="10" name="Group 8"/>
          <p:cNvGrpSpPr/>
          <p:nvPr/>
        </p:nvGrpSpPr>
        <p:grpSpPr>
          <a:xfrm>
            <a:off x="3962400" y="1203517"/>
            <a:ext cx="1143000" cy="943902"/>
            <a:chOff x="0" y="0"/>
            <a:chExt cx="1167319" cy="812800"/>
          </a:xfrm>
        </p:grpSpPr>
        <p:sp>
          <p:nvSpPr>
            <p:cNvPr id="11" name="Freeform 9"/>
            <p:cNvSpPr/>
            <p:nvPr/>
          </p:nvSpPr>
          <p:spPr>
            <a:xfrm>
              <a:off x="0" y="0"/>
              <a:ext cx="1167319" cy="812800"/>
            </a:xfrm>
            <a:custGeom>
              <a:avLst/>
              <a:gdLst/>
              <a:ahLst/>
              <a:cxnLst/>
              <a:rect l="l" t="t" r="r" b="b"/>
              <a:pathLst>
                <a:path w="1167319" h="812800">
                  <a:moveTo>
                    <a:pt x="69239" y="0"/>
                  </a:moveTo>
                  <a:lnTo>
                    <a:pt x="1098081" y="0"/>
                  </a:lnTo>
                  <a:cubicBezTo>
                    <a:pt x="1136320" y="0"/>
                    <a:pt x="1167319" y="30999"/>
                    <a:pt x="1167319" y="69239"/>
                  </a:cubicBezTo>
                  <a:lnTo>
                    <a:pt x="1167319" y="743561"/>
                  </a:lnTo>
                  <a:cubicBezTo>
                    <a:pt x="1167319" y="761925"/>
                    <a:pt x="1160024" y="779536"/>
                    <a:pt x="1147040" y="792521"/>
                  </a:cubicBezTo>
                  <a:cubicBezTo>
                    <a:pt x="1134055" y="805505"/>
                    <a:pt x="1116444" y="812800"/>
                    <a:pt x="1098081" y="812800"/>
                  </a:cubicBezTo>
                  <a:lnTo>
                    <a:pt x="69239" y="812800"/>
                  </a:lnTo>
                  <a:cubicBezTo>
                    <a:pt x="50875" y="812800"/>
                    <a:pt x="33264" y="805505"/>
                    <a:pt x="20279" y="792521"/>
                  </a:cubicBezTo>
                  <a:cubicBezTo>
                    <a:pt x="7295" y="779536"/>
                    <a:pt x="0" y="761925"/>
                    <a:pt x="0" y="743561"/>
                  </a:cubicBezTo>
                  <a:lnTo>
                    <a:pt x="0" y="69239"/>
                  </a:lnTo>
                  <a:cubicBezTo>
                    <a:pt x="0" y="50875"/>
                    <a:pt x="7295" y="33264"/>
                    <a:pt x="20279" y="20279"/>
                  </a:cubicBezTo>
                  <a:cubicBezTo>
                    <a:pt x="33264" y="7295"/>
                    <a:pt x="50875" y="0"/>
                    <a:pt x="69239" y="0"/>
                  </a:cubicBezTo>
                  <a:close/>
                </a:path>
              </a:pathLst>
            </a:custGeom>
            <a:blipFill>
              <a:blip r:embed="rId3"/>
              <a:stretch>
                <a:fillRect l="-365" r="-365"/>
              </a:stretch>
            </a:blipFill>
          </p:spPr>
        </p:sp>
      </p:grpSp>
      <p:grpSp>
        <p:nvGrpSpPr>
          <p:cNvPr id="18" name="Group 16"/>
          <p:cNvGrpSpPr/>
          <p:nvPr/>
        </p:nvGrpSpPr>
        <p:grpSpPr>
          <a:xfrm>
            <a:off x="3936581" y="2343150"/>
            <a:ext cx="1168820" cy="1066800"/>
            <a:chOff x="0" y="0"/>
            <a:chExt cx="1167319" cy="812834"/>
          </a:xfrm>
        </p:grpSpPr>
        <p:sp>
          <p:nvSpPr>
            <p:cNvPr id="19" name="Freeform 17"/>
            <p:cNvSpPr/>
            <p:nvPr/>
          </p:nvSpPr>
          <p:spPr>
            <a:xfrm>
              <a:off x="0" y="0"/>
              <a:ext cx="1167319" cy="812834"/>
            </a:xfrm>
            <a:custGeom>
              <a:avLst/>
              <a:gdLst/>
              <a:ahLst/>
              <a:cxnLst/>
              <a:rect l="l" t="t" r="r" b="b"/>
              <a:pathLst>
                <a:path w="1167319" h="812834">
                  <a:moveTo>
                    <a:pt x="69239" y="0"/>
                  </a:moveTo>
                  <a:lnTo>
                    <a:pt x="1098081" y="0"/>
                  </a:lnTo>
                  <a:cubicBezTo>
                    <a:pt x="1136320" y="0"/>
                    <a:pt x="1167319" y="30999"/>
                    <a:pt x="1167319" y="69239"/>
                  </a:cubicBezTo>
                  <a:lnTo>
                    <a:pt x="1167319" y="743595"/>
                  </a:lnTo>
                  <a:cubicBezTo>
                    <a:pt x="1167319" y="761958"/>
                    <a:pt x="1160024" y="779570"/>
                    <a:pt x="1147040" y="792554"/>
                  </a:cubicBezTo>
                  <a:cubicBezTo>
                    <a:pt x="1134055" y="805539"/>
                    <a:pt x="1116444" y="812834"/>
                    <a:pt x="1098081" y="812834"/>
                  </a:cubicBezTo>
                  <a:lnTo>
                    <a:pt x="69239" y="812834"/>
                  </a:lnTo>
                  <a:cubicBezTo>
                    <a:pt x="50875" y="812834"/>
                    <a:pt x="33264" y="805539"/>
                    <a:pt x="20279" y="792554"/>
                  </a:cubicBezTo>
                  <a:cubicBezTo>
                    <a:pt x="7295" y="779570"/>
                    <a:pt x="0" y="761958"/>
                    <a:pt x="0" y="743595"/>
                  </a:cubicBezTo>
                  <a:lnTo>
                    <a:pt x="0" y="69239"/>
                  </a:lnTo>
                  <a:cubicBezTo>
                    <a:pt x="0" y="50875"/>
                    <a:pt x="7295" y="33264"/>
                    <a:pt x="20279" y="20279"/>
                  </a:cubicBezTo>
                  <a:cubicBezTo>
                    <a:pt x="33264" y="7295"/>
                    <a:pt x="50875" y="0"/>
                    <a:pt x="69239" y="0"/>
                  </a:cubicBezTo>
                  <a:close/>
                </a:path>
              </a:pathLst>
            </a:custGeom>
            <a:blipFill>
              <a:blip r:embed="rId4"/>
              <a:stretch>
                <a:fillRect l="-367" r="-367"/>
              </a:stretch>
            </a:blipFill>
          </p:spPr>
        </p:sp>
      </p:grpSp>
      <p:grpSp>
        <p:nvGrpSpPr>
          <p:cNvPr id="20" name="Group 18"/>
          <p:cNvGrpSpPr/>
          <p:nvPr/>
        </p:nvGrpSpPr>
        <p:grpSpPr>
          <a:xfrm>
            <a:off x="3936581" y="3709397"/>
            <a:ext cx="1168819" cy="1148353"/>
            <a:chOff x="0" y="0"/>
            <a:chExt cx="1167319" cy="812834"/>
          </a:xfrm>
        </p:grpSpPr>
        <p:sp>
          <p:nvSpPr>
            <p:cNvPr id="21" name="Freeform 19"/>
            <p:cNvSpPr/>
            <p:nvPr/>
          </p:nvSpPr>
          <p:spPr>
            <a:xfrm>
              <a:off x="0" y="0"/>
              <a:ext cx="1167319" cy="812834"/>
            </a:xfrm>
            <a:custGeom>
              <a:avLst/>
              <a:gdLst/>
              <a:ahLst/>
              <a:cxnLst/>
              <a:rect l="l" t="t" r="r" b="b"/>
              <a:pathLst>
                <a:path w="1167319" h="812834">
                  <a:moveTo>
                    <a:pt x="69239" y="0"/>
                  </a:moveTo>
                  <a:lnTo>
                    <a:pt x="1098081" y="0"/>
                  </a:lnTo>
                  <a:cubicBezTo>
                    <a:pt x="1136320" y="0"/>
                    <a:pt x="1167319" y="30999"/>
                    <a:pt x="1167319" y="69239"/>
                  </a:cubicBezTo>
                  <a:lnTo>
                    <a:pt x="1167319" y="743595"/>
                  </a:lnTo>
                  <a:cubicBezTo>
                    <a:pt x="1167319" y="761958"/>
                    <a:pt x="1160024" y="779570"/>
                    <a:pt x="1147040" y="792554"/>
                  </a:cubicBezTo>
                  <a:cubicBezTo>
                    <a:pt x="1134055" y="805539"/>
                    <a:pt x="1116444" y="812834"/>
                    <a:pt x="1098081" y="812834"/>
                  </a:cubicBezTo>
                  <a:lnTo>
                    <a:pt x="69239" y="812834"/>
                  </a:lnTo>
                  <a:cubicBezTo>
                    <a:pt x="50875" y="812834"/>
                    <a:pt x="33264" y="805539"/>
                    <a:pt x="20279" y="792554"/>
                  </a:cubicBezTo>
                  <a:cubicBezTo>
                    <a:pt x="7295" y="779570"/>
                    <a:pt x="0" y="761958"/>
                    <a:pt x="0" y="743595"/>
                  </a:cubicBezTo>
                  <a:lnTo>
                    <a:pt x="0" y="69239"/>
                  </a:lnTo>
                  <a:cubicBezTo>
                    <a:pt x="0" y="50875"/>
                    <a:pt x="7295" y="33264"/>
                    <a:pt x="20279" y="20279"/>
                  </a:cubicBezTo>
                  <a:cubicBezTo>
                    <a:pt x="33264" y="7295"/>
                    <a:pt x="50875" y="0"/>
                    <a:pt x="69239" y="0"/>
                  </a:cubicBezTo>
                  <a:close/>
                </a:path>
              </a:pathLst>
            </a:custGeom>
            <a:blipFill>
              <a:blip r:embed="rId5"/>
              <a:stretch>
                <a:fillRect l="-367" r="-367"/>
              </a:stretch>
            </a:blipFill>
          </p:spPr>
        </p:sp>
      </p:grpSp>
      <p:sp>
        <p:nvSpPr>
          <p:cNvPr id="2" name="Rectangle 1"/>
          <p:cNvSpPr/>
          <p:nvPr/>
        </p:nvSpPr>
        <p:spPr>
          <a:xfrm>
            <a:off x="5181600" y="1209064"/>
            <a:ext cx="38100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spc="-30">
                <a:solidFill>
                  <a:schemeClr val="tx1"/>
                </a:solidFill>
                <a:latin typeface="Roboto Medium" pitchFamily="2" charset="0"/>
                <a:ea typeface="Roboto Medium" pitchFamily="2" charset="0"/>
                <a:cs typeface="Telegraf Bold"/>
                <a:sym typeface="Telegraf Bold"/>
              </a:rPr>
              <a:t>dp (density-independent)</a:t>
            </a:r>
            <a:endParaRPr lang="en-US" spc="-20">
              <a:solidFill>
                <a:srgbClr val="23395B"/>
              </a:solidFill>
              <a:latin typeface="Roboto Medium" pitchFamily="2" charset="0"/>
              <a:ea typeface="Roboto Medium" pitchFamily="2" charset="0"/>
              <a:cs typeface="Telegraf"/>
              <a:sym typeface="Telegraf"/>
            </a:endParaRPr>
          </a:p>
          <a:p>
            <a:pPr lvl="0"/>
            <a:endParaRPr lang="en-US" spc="-20">
              <a:solidFill>
                <a:srgbClr val="23395B"/>
              </a:solidFill>
              <a:latin typeface="Roboto Medium" pitchFamily="2" charset="0"/>
              <a:ea typeface="Roboto Medium" pitchFamily="2" charset="0"/>
              <a:cs typeface="Telegraf"/>
              <a:sym typeface="Telegraf"/>
            </a:endParaRPr>
          </a:p>
          <a:p>
            <a:pPr lvl="0"/>
            <a:r>
              <a:rPr lang="en-US" spc="-20">
                <a:solidFill>
                  <a:srgbClr val="23395B"/>
                </a:solidFill>
                <a:latin typeface="Roboto Medium" pitchFamily="2" charset="0"/>
                <a:ea typeface="Roboto Medium" pitchFamily="2" charset="0"/>
                <a:cs typeface="Telegraf"/>
                <a:sym typeface="Telegraf"/>
              </a:rPr>
              <a:t>dp je mjerna jedinica koja se koristi za prikazivanje elemenata koji su nezavisni od gustine ekrana.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81600" y="2401380"/>
            <a:ext cx="38100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spc="-30">
                <a:solidFill>
                  <a:schemeClr val="tx1"/>
                </a:solidFill>
                <a:latin typeface="Roboto Medium" pitchFamily="2" charset="0"/>
                <a:ea typeface="Roboto Medium" pitchFamily="2" charset="0"/>
                <a:cs typeface="Telegraf Bold"/>
                <a:sym typeface="Telegraf Bold"/>
              </a:rPr>
              <a:t>sp (scaled pixels)</a:t>
            </a:r>
          </a:p>
          <a:p>
            <a:pPr lvl="0"/>
            <a:endParaRPr lang="en-US" spc="-20">
              <a:solidFill>
                <a:srgbClr val="23395B"/>
              </a:solidFill>
              <a:latin typeface="Roboto Medium" pitchFamily="2" charset="0"/>
              <a:ea typeface="Roboto Medium" pitchFamily="2" charset="0"/>
              <a:cs typeface="Telegraf"/>
              <a:sym typeface="Telegraf"/>
            </a:endParaRPr>
          </a:p>
          <a:p>
            <a:pPr lvl="0"/>
            <a:r>
              <a:rPr lang="vi-VN" spc="-20">
                <a:solidFill>
                  <a:srgbClr val="23395B"/>
                </a:solidFill>
                <a:latin typeface="Roboto Medium" pitchFamily="2" charset="0"/>
                <a:ea typeface="Roboto Medium" pitchFamily="2" charset="0"/>
                <a:cs typeface="Telegraf"/>
                <a:sym typeface="Telegraf"/>
              </a:rPr>
              <a:t>sp se koristi za veličinu teksta, osiguravajući da je prikaz teksta prilagođen korisničkim postavkama veličine fonta.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57800" y="3709397"/>
            <a:ext cx="38100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spc="-30">
                <a:solidFill>
                  <a:schemeClr val="tx1"/>
                </a:solidFill>
                <a:latin typeface="Roboto Medium" pitchFamily="2" charset="0"/>
                <a:ea typeface="Roboto Medium" pitchFamily="2" charset="0"/>
                <a:cs typeface="Telegraf Bold"/>
                <a:sym typeface="Telegraf Bold"/>
              </a:rPr>
              <a:t>px (pixels)</a:t>
            </a:r>
          </a:p>
          <a:p>
            <a:pPr lvl="0"/>
            <a:endParaRPr lang="en-US" spc="-20">
              <a:solidFill>
                <a:srgbClr val="23395B"/>
              </a:solidFill>
              <a:latin typeface="Roboto Medium" pitchFamily="2" charset="0"/>
              <a:ea typeface="Roboto Medium" pitchFamily="2" charset="0"/>
              <a:cs typeface="Telegraf"/>
              <a:sym typeface="Telegraf"/>
            </a:endParaRPr>
          </a:p>
          <a:p>
            <a:pPr lvl="0"/>
            <a:r>
              <a:rPr lang="en-US" spc="-20">
                <a:solidFill>
                  <a:srgbClr val="23395B"/>
                </a:solidFill>
                <a:latin typeface="Roboto Medium" pitchFamily="2" charset="0"/>
                <a:ea typeface="Roboto Medium" pitchFamily="2" charset="0"/>
                <a:cs typeface="Telegraf"/>
                <a:sym typeface="Telegraf"/>
              </a:rPr>
              <a:t>px predstavlja fizičke piksele na ekranu, ali nije preporučljiv za dizajn zbog razlika u gustini ekrana.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742950"/>
            <a:ext cx="2438033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171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3"/>
          <p:cNvSpPr txBox="1">
            <a:spLocks noGrp="1"/>
          </p:cNvSpPr>
          <p:nvPr>
            <p:ph type="title"/>
          </p:nvPr>
        </p:nvSpPr>
        <p:spPr>
          <a:xfrm>
            <a:off x="681900" y="81915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b="1" smtClean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  <a:t>Android Studio Preview</a:t>
            </a:r>
            <a:br>
              <a:rPr lang="en-US" b="1" smtClean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</a:br>
            <a:r>
              <a:rPr lang="pl-PL" sz="1600" b="1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  <a:t>Pregled alata za UI </a:t>
            </a:r>
            <a:r>
              <a:rPr lang="pl-PL" sz="1600" b="1" smtClean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  <a:t>dizajn</a:t>
            </a:r>
            <a:r>
              <a:rPr lang="pl-PL" b="1" smtClean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  <a:t/>
            </a:r>
            <a:br>
              <a:rPr lang="pl-PL" b="1" smtClean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</a:br>
            <a:r>
              <a:rPr lang="en-US" sz="1400" b="1" smtClean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  <a:t/>
            </a:r>
            <a:br>
              <a:rPr lang="en-US" sz="1400" b="1" smtClean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</a:br>
            <a:r>
              <a:rPr lang="en-US" b="1" smtClean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  <a:t/>
            </a:r>
            <a:br>
              <a:rPr lang="en-US" b="1" smtClean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</a:br>
            <a:endParaRPr lang="en-US" b="1">
              <a:solidFill>
                <a:schemeClr val="tx1"/>
              </a:solidFill>
              <a:latin typeface="Roboto Medium" pitchFamily="2" charset="0"/>
              <a:ea typeface="Roboto Medium" pitchFamily="2" charset="0"/>
            </a:endParaRPr>
          </a:p>
        </p:txBody>
      </p:sp>
      <p:grpSp>
        <p:nvGrpSpPr>
          <p:cNvPr id="7" name="Group 5"/>
          <p:cNvGrpSpPr/>
          <p:nvPr/>
        </p:nvGrpSpPr>
        <p:grpSpPr>
          <a:xfrm>
            <a:off x="8059351" y="4164715"/>
            <a:ext cx="3113891" cy="787632"/>
            <a:chOff x="0" y="-19050"/>
            <a:chExt cx="7199298" cy="1258443"/>
          </a:xfrm>
        </p:grpSpPr>
        <p:sp>
          <p:nvSpPr>
            <p:cNvPr id="8" name="TextBox 6"/>
            <p:cNvSpPr txBox="1"/>
            <p:nvPr/>
          </p:nvSpPr>
          <p:spPr>
            <a:xfrm>
              <a:off x="0" y="-19050"/>
              <a:ext cx="7199298" cy="5779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endParaRPr lang="en-US" b="1" spc="-30">
                <a:solidFill>
                  <a:srgbClr val="23395B"/>
                </a:solidFill>
                <a:latin typeface="Roboto Medium" pitchFamily="2" charset="0"/>
                <a:ea typeface="Roboto Medium" pitchFamily="2" charset="0"/>
                <a:cs typeface="Telegraf Bold"/>
                <a:sym typeface="Telegraf Bold"/>
              </a:endParaRPr>
            </a:p>
          </p:txBody>
        </p:sp>
        <p:sp>
          <p:nvSpPr>
            <p:cNvPr id="9" name="TextBox 7"/>
            <p:cNvSpPr txBox="1"/>
            <p:nvPr/>
          </p:nvSpPr>
          <p:spPr>
            <a:xfrm>
              <a:off x="0" y="738318"/>
              <a:ext cx="7199298" cy="501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endParaRPr lang="en-US" spc="-20">
                <a:solidFill>
                  <a:srgbClr val="23395B"/>
                </a:solidFill>
                <a:latin typeface="Roboto Medium" pitchFamily="2" charset="0"/>
                <a:ea typeface="Roboto Medium" pitchFamily="2" charset="0"/>
                <a:cs typeface="Telegraf"/>
                <a:sym typeface="Telegraf"/>
              </a:endParaRPr>
            </a:p>
          </p:txBody>
        </p:sp>
      </p:grpSp>
      <p:grpSp>
        <p:nvGrpSpPr>
          <p:cNvPr id="26" name="Group 5"/>
          <p:cNvGrpSpPr/>
          <p:nvPr/>
        </p:nvGrpSpPr>
        <p:grpSpPr>
          <a:xfrm>
            <a:off x="2057400" y="971550"/>
            <a:ext cx="2552700" cy="3901422"/>
            <a:chOff x="0" y="0"/>
            <a:chExt cx="643859" cy="952281"/>
          </a:xfrm>
        </p:grpSpPr>
        <p:sp>
          <p:nvSpPr>
            <p:cNvPr id="27" name="Freeform 6"/>
            <p:cNvSpPr/>
            <p:nvPr/>
          </p:nvSpPr>
          <p:spPr>
            <a:xfrm>
              <a:off x="0" y="0"/>
              <a:ext cx="643859" cy="952281"/>
            </a:xfrm>
            <a:custGeom>
              <a:avLst/>
              <a:gdLst/>
              <a:ahLst/>
              <a:cxnLst/>
              <a:rect l="l" t="t" r="r" b="b"/>
              <a:pathLst>
                <a:path w="643859" h="952281">
                  <a:moveTo>
                    <a:pt x="49734" y="0"/>
                  </a:moveTo>
                  <a:lnTo>
                    <a:pt x="594125" y="0"/>
                  </a:lnTo>
                  <a:cubicBezTo>
                    <a:pt x="621592" y="0"/>
                    <a:pt x="643859" y="22267"/>
                    <a:pt x="643859" y="49734"/>
                  </a:cubicBezTo>
                  <a:lnTo>
                    <a:pt x="643859" y="902547"/>
                  </a:lnTo>
                  <a:cubicBezTo>
                    <a:pt x="643859" y="930015"/>
                    <a:pt x="621592" y="952281"/>
                    <a:pt x="594125" y="952281"/>
                  </a:cubicBezTo>
                  <a:lnTo>
                    <a:pt x="49734" y="952281"/>
                  </a:lnTo>
                  <a:cubicBezTo>
                    <a:pt x="22267" y="952281"/>
                    <a:pt x="0" y="930015"/>
                    <a:pt x="0" y="902547"/>
                  </a:cubicBezTo>
                  <a:lnTo>
                    <a:pt x="0" y="49734"/>
                  </a:lnTo>
                  <a:cubicBezTo>
                    <a:pt x="0" y="22267"/>
                    <a:pt x="22267" y="0"/>
                    <a:pt x="49734" y="0"/>
                  </a:cubicBezTo>
                  <a:close/>
                </a:path>
              </a:pathLst>
            </a:custGeom>
            <a:blipFill>
              <a:blip r:embed="rId3"/>
              <a:stretch>
                <a:fillRect t="-176" b="-176"/>
              </a:stretch>
            </a:blipFill>
          </p:spPr>
        </p:sp>
      </p:grpSp>
      <p:grpSp>
        <p:nvGrpSpPr>
          <p:cNvPr id="28" name="Group 10"/>
          <p:cNvGrpSpPr/>
          <p:nvPr/>
        </p:nvGrpSpPr>
        <p:grpSpPr>
          <a:xfrm>
            <a:off x="5518150" y="971550"/>
            <a:ext cx="2743200" cy="3895072"/>
            <a:chOff x="0" y="0"/>
            <a:chExt cx="643859" cy="952281"/>
          </a:xfrm>
        </p:grpSpPr>
        <p:sp>
          <p:nvSpPr>
            <p:cNvPr id="29" name="Freeform 11"/>
            <p:cNvSpPr/>
            <p:nvPr/>
          </p:nvSpPr>
          <p:spPr>
            <a:xfrm>
              <a:off x="0" y="0"/>
              <a:ext cx="643859" cy="952281"/>
            </a:xfrm>
            <a:custGeom>
              <a:avLst/>
              <a:gdLst/>
              <a:ahLst/>
              <a:cxnLst/>
              <a:rect l="l" t="t" r="r" b="b"/>
              <a:pathLst>
                <a:path w="643859" h="952281">
                  <a:moveTo>
                    <a:pt x="49734" y="0"/>
                  </a:moveTo>
                  <a:lnTo>
                    <a:pt x="594125" y="0"/>
                  </a:lnTo>
                  <a:cubicBezTo>
                    <a:pt x="621592" y="0"/>
                    <a:pt x="643859" y="22267"/>
                    <a:pt x="643859" y="49734"/>
                  </a:cubicBezTo>
                  <a:lnTo>
                    <a:pt x="643859" y="902547"/>
                  </a:lnTo>
                  <a:cubicBezTo>
                    <a:pt x="643859" y="930015"/>
                    <a:pt x="621592" y="952281"/>
                    <a:pt x="594125" y="952281"/>
                  </a:cubicBezTo>
                  <a:lnTo>
                    <a:pt x="49734" y="952281"/>
                  </a:lnTo>
                  <a:cubicBezTo>
                    <a:pt x="22267" y="952281"/>
                    <a:pt x="0" y="930015"/>
                    <a:pt x="0" y="902547"/>
                  </a:cubicBezTo>
                  <a:lnTo>
                    <a:pt x="0" y="49734"/>
                  </a:lnTo>
                  <a:cubicBezTo>
                    <a:pt x="0" y="22267"/>
                    <a:pt x="22267" y="0"/>
                    <a:pt x="49734" y="0"/>
                  </a:cubicBezTo>
                  <a:close/>
                </a:path>
              </a:pathLst>
            </a:custGeom>
            <a:blipFill>
              <a:blip r:embed="rId4"/>
              <a:stretch>
                <a:fillRect t="-176" b="-176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189395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3"/>
          <p:cNvSpPr txBox="1">
            <a:spLocks noGrp="1"/>
          </p:cNvSpPr>
          <p:nvPr>
            <p:ph type="title"/>
          </p:nvPr>
        </p:nvSpPr>
        <p:spPr>
          <a:xfrm>
            <a:off x="685800" y="76140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b="1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  <a:t>Saveti za </a:t>
            </a:r>
            <a:r>
              <a:rPr lang="en-US" b="1" smtClean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  <a:t>XML</a:t>
            </a:r>
            <a:r>
              <a:rPr lang="en-US" b="1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  <a:t/>
            </a:r>
            <a:br>
              <a:rPr lang="en-US" b="1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</a:br>
            <a:r>
              <a:rPr lang="en-US" sz="1400" b="1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  <a:t/>
            </a:r>
            <a:br>
              <a:rPr lang="en-US" sz="1400" b="1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</a:br>
            <a:r>
              <a:rPr lang="en-US" b="1" smtClean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  <a:t/>
            </a:r>
            <a:br>
              <a:rPr lang="en-US" b="1" smtClean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rPr>
            </a:br>
            <a:endParaRPr lang="en-US" b="1">
              <a:solidFill>
                <a:schemeClr val="tx1"/>
              </a:solidFill>
              <a:latin typeface="Roboto Medium" pitchFamily="2" charset="0"/>
              <a:ea typeface="Roboto Medium" pitchFamily="2" charset="0"/>
            </a:endParaRPr>
          </a:p>
        </p:txBody>
      </p:sp>
      <p:grpSp>
        <p:nvGrpSpPr>
          <p:cNvPr id="7" name="Group 5"/>
          <p:cNvGrpSpPr/>
          <p:nvPr/>
        </p:nvGrpSpPr>
        <p:grpSpPr>
          <a:xfrm>
            <a:off x="8059351" y="4164715"/>
            <a:ext cx="3113891" cy="787632"/>
            <a:chOff x="0" y="-19050"/>
            <a:chExt cx="7199298" cy="1258443"/>
          </a:xfrm>
        </p:grpSpPr>
        <p:sp>
          <p:nvSpPr>
            <p:cNvPr id="8" name="TextBox 6"/>
            <p:cNvSpPr txBox="1"/>
            <p:nvPr/>
          </p:nvSpPr>
          <p:spPr>
            <a:xfrm>
              <a:off x="0" y="-19050"/>
              <a:ext cx="7199298" cy="5779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endParaRPr lang="en-US" b="1" spc="-30">
                <a:solidFill>
                  <a:srgbClr val="23395B"/>
                </a:solidFill>
                <a:latin typeface="Roboto Medium" pitchFamily="2" charset="0"/>
                <a:ea typeface="Roboto Medium" pitchFamily="2" charset="0"/>
                <a:cs typeface="Telegraf Bold"/>
                <a:sym typeface="Telegraf Bold"/>
              </a:endParaRPr>
            </a:p>
          </p:txBody>
        </p:sp>
        <p:sp>
          <p:nvSpPr>
            <p:cNvPr id="9" name="TextBox 7"/>
            <p:cNvSpPr txBox="1"/>
            <p:nvPr/>
          </p:nvSpPr>
          <p:spPr>
            <a:xfrm>
              <a:off x="0" y="738318"/>
              <a:ext cx="7199298" cy="501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endParaRPr lang="en-US" spc="-20">
                <a:solidFill>
                  <a:srgbClr val="23395B"/>
                </a:solidFill>
                <a:latin typeface="Roboto Medium" pitchFamily="2" charset="0"/>
                <a:ea typeface="Roboto Medium" pitchFamily="2" charset="0"/>
                <a:cs typeface="Telegraf"/>
                <a:sym typeface="Telegraf"/>
              </a:endParaRPr>
            </a:p>
          </p:txBody>
        </p:sp>
      </p:grpSp>
      <p:sp>
        <p:nvSpPr>
          <p:cNvPr id="4" name="Rectangle 3"/>
          <p:cNvSpPr/>
          <p:nvPr/>
        </p:nvSpPr>
        <p:spPr>
          <a:xfrm>
            <a:off x="4267200" y="1354523"/>
            <a:ext cx="4572000" cy="188769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lnSpc>
                <a:spcPts val="2800"/>
              </a:lnSpc>
            </a:pPr>
            <a:r>
              <a:rPr lang="en-US" b="1" spc="-30">
                <a:solidFill>
                  <a:srgbClr val="476A9F"/>
                </a:solidFill>
                <a:latin typeface="Telegraf Bold"/>
                <a:ea typeface="Telegraf Bold"/>
                <a:cs typeface="Telegraf Bold"/>
                <a:sym typeface="Telegraf Bold"/>
              </a:rPr>
              <a:t>Praktični saveti za pisanje XML-a</a:t>
            </a:r>
            <a:endParaRPr lang="en-US" spc="-20">
              <a:solidFill>
                <a:srgbClr val="23395B"/>
              </a:solidFill>
              <a:latin typeface="Roboto Medium" pitchFamily="2" charset="0"/>
              <a:ea typeface="Roboto Medium" pitchFamily="2" charset="0"/>
              <a:cs typeface="Telegraf"/>
              <a:sym typeface="Telegraf"/>
            </a:endParaRPr>
          </a:p>
          <a:p>
            <a:pPr lvl="0">
              <a:lnSpc>
                <a:spcPts val="2800"/>
              </a:lnSpc>
            </a:pPr>
            <a:r>
              <a:rPr lang="en-US" spc="-20">
                <a:solidFill>
                  <a:srgbClr val="23395B"/>
                </a:solidFill>
                <a:latin typeface="Roboto Medium" pitchFamily="2" charset="0"/>
                <a:ea typeface="Roboto Medium" pitchFamily="2" charset="0"/>
                <a:cs typeface="Telegraf"/>
                <a:sym typeface="Telegraf"/>
              </a:rPr>
              <a:t>Uredan raspored i jasni </a:t>
            </a:r>
            <a:r>
              <a:rPr lang="en-US" b="1" spc="-20">
                <a:solidFill>
                  <a:srgbClr val="23395B"/>
                </a:solidFill>
                <a:latin typeface="Roboto Medium" pitchFamily="2" charset="0"/>
                <a:ea typeface="Roboto Medium" pitchFamily="2" charset="0"/>
                <a:cs typeface="Telegraf Bold"/>
                <a:sym typeface="Telegraf Bold"/>
              </a:rPr>
              <a:t>identifikatori</a:t>
            </a:r>
            <a:r>
              <a:rPr lang="en-US" spc="-20">
                <a:solidFill>
                  <a:srgbClr val="23395B"/>
                </a:solidFill>
                <a:latin typeface="Roboto Medium" pitchFamily="2" charset="0"/>
                <a:ea typeface="Roboto Medium" pitchFamily="2" charset="0"/>
                <a:cs typeface="Telegraf"/>
                <a:sym typeface="Telegraf"/>
              </a:rPr>
              <a:t> poboljšavaju čitljivost. Komentari za složene strukture pomažu u razumevanju, dok izbegavanje duplikata olakšava održavanje i unapređenje layout fajlova.</a:t>
            </a:r>
          </a:p>
        </p:txBody>
      </p:sp>
      <p:pic>
        <p:nvPicPr>
          <p:cNvPr id="4099" name="Picture 3" descr="C:\Users\PC\Downloads\xml-code-text-vie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9" y="971550"/>
            <a:ext cx="3785419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5475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76663" y="0"/>
            <a:ext cx="5367338" cy="3467100"/>
            <a:chOff x="0" y="0"/>
            <a:chExt cx="3111331" cy="20098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11331" cy="2009804"/>
            </a:xfrm>
            <a:custGeom>
              <a:avLst/>
              <a:gdLst/>
              <a:ahLst/>
              <a:cxnLst/>
              <a:rect l="l" t="t" r="r" b="b"/>
              <a:pathLst>
                <a:path w="3111331" h="2009804">
                  <a:moveTo>
                    <a:pt x="0" y="0"/>
                  </a:moveTo>
                  <a:lnTo>
                    <a:pt x="3111331" y="0"/>
                  </a:lnTo>
                  <a:lnTo>
                    <a:pt x="3111331" y="2009804"/>
                  </a:lnTo>
                  <a:lnTo>
                    <a:pt x="0" y="2009804"/>
                  </a:lnTo>
                  <a:close/>
                </a:path>
              </a:pathLst>
            </a:custGeom>
            <a:blipFill>
              <a:blip r:embed="rId2"/>
              <a:stretch>
                <a:fillRect l="-74" r="-74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335071" y="361950"/>
            <a:ext cx="3322529" cy="25006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20"/>
              </a:lnSpc>
              <a:spcBef>
                <a:spcPct val="0"/>
              </a:spcBef>
            </a:pPr>
            <a:r>
              <a:rPr lang="en-US" sz="4000" smtClean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adley"/>
                <a:sym typeface="Radley"/>
              </a:rPr>
              <a:t>Pregled</a:t>
            </a:r>
          </a:p>
          <a:p>
            <a:pPr>
              <a:lnSpc>
                <a:spcPts val="3920"/>
              </a:lnSpc>
              <a:spcBef>
                <a:spcPct val="0"/>
              </a:spcBef>
            </a:pPr>
            <a:r>
              <a:rPr lang="en-US" sz="4000" smtClean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adley"/>
                <a:sym typeface="Radley"/>
              </a:rPr>
              <a:t>izgleda</a:t>
            </a:r>
          </a:p>
          <a:p>
            <a:pPr>
              <a:lnSpc>
                <a:spcPts val="3920"/>
              </a:lnSpc>
              <a:spcBef>
                <a:spcPct val="0"/>
              </a:spcBef>
            </a:pPr>
            <a:r>
              <a:rPr lang="en-US" sz="4000" smtClean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adley"/>
                <a:sym typeface="Radley"/>
              </a:rPr>
              <a:t>ekrana </a:t>
            </a:r>
          </a:p>
          <a:p>
            <a:pPr>
              <a:lnSpc>
                <a:spcPts val="3920"/>
              </a:lnSpc>
              <a:spcBef>
                <a:spcPct val="0"/>
              </a:spcBef>
            </a:pPr>
            <a:r>
              <a:rPr lang="en-US" sz="4000" smtClean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adley"/>
                <a:sym typeface="Radley"/>
              </a:rPr>
              <a:t>u </a:t>
            </a:r>
            <a:r>
              <a:rPr lang="en-US" sz="4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adley"/>
                <a:sym typeface="Radley"/>
              </a:rPr>
              <a:t>Android Studiju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333375" y="4592051"/>
            <a:ext cx="1085865" cy="1102898"/>
            <a:chOff x="0" y="0"/>
            <a:chExt cx="812800" cy="825500"/>
          </a:xfrm>
        </p:grpSpPr>
        <p:sp>
          <p:nvSpPr>
            <p:cNvPr id="9" name="Freeform 9"/>
            <p:cNvSpPr/>
            <p:nvPr/>
          </p:nvSpPr>
          <p:spPr>
            <a:xfrm>
              <a:off x="1270" y="0"/>
              <a:ext cx="810260" cy="822960"/>
            </a:xfrm>
            <a:custGeom>
              <a:avLst/>
              <a:gdLst/>
              <a:ahLst/>
              <a:cxnLst/>
              <a:rect l="l" t="t" r="r" b="b"/>
              <a:pathLst>
                <a:path w="810260" h="8229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4D7EA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80"/>
                </a:lnSpc>
                <a:spcBef>
                  <a:spcPct val="0"/>
                </a:spcBef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10408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3375" y="361950"/>
            <a:ext cx="8477250" cy="502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35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adley"/>
                <a:sym typeface="Radley"/>
              </a:rPr>
              <a:t>Objašnjenje UI komponenti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33375" y="1658541"/>
            <a:ext cx="1738477" cy="575030"/>
            <a:chOff x="0" y="-47624"/>
            <a:chExt cx="4635939" cy="1533412"/>
          </a:xfrm>
        </p:grpSpPr>
        <p:sp>
          <p:nvSpPr>
            <p:cNvPr id="4" name="TextBox 4"/>
            <p:cNvSpPr txBox="1"/>
            <p:nvPr/>
          </p:nvSpPr>
          <p:spPr>
            <a:xfrm>
              <a:off x="0" y="-47624"/>
              <a:ext cx="4635939" cy="6054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35"/>
                </a:lnSpc>
                <a:spcBef>
                  <a:spcPct val="0"/>
                </a:spcBef>
              </a:pPr>
              <a:r>
                <a:rPr lang="en-US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Radley"/>
                  <a:sym typeface="Radley"/>
                </a:rPr>
                <a:t>ImageView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528261"/>
              <a:ext cx="4635939" cy="9575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382"/>
                </a:lnSpc>
              </a:pPr>
              <a:r>
                <a:rPr lang="en-US" sz="1000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Carlito"/>
                  <a:sym typeface="Carlito"/>
                </a:rPr>
                <a:t>Prikazuje profilnu fotografiju korisnika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648200" y="1658541"/>
            <a:ext cx="1738477" cy="603537"/>
            <a:chOff x="0" y="-47624"/>
            <a:chExt cx="4635939" cy="1609430"/>
          </a:xfrm>
        </p:grpSpPr>
        <p:sp>
          <p:nvSpPr>
            <p:cNvPr id="7" name="TextBox 7"/>
            <p:cNvSpPr txBox="1"/>
            <p:nvPr/>
          </p:nvSpPr>
          <p:spPr>
            <a:xfrm>
              <a:off x="0" y="-47624"/>
              <a:ext cx="4635939" cy="6054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35"/>
                </a:lnSpc>
                <a:spcBef>
                  <a:spcPct val="0"/>
                </a:spcBef>
              </a:pPr>
              <a:r>
                <a:rPr lang="en-US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Radley"/>
                  <a:sym typeface="Radley"/>
                </a:rPr>
                <a:t>Button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604279"/>
              <a:ext cx="4635939" cy="9575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382"/>
                </a:lnSpc>
                <a:spcBef>
                  <a:spcPct val="0"/>
                </a:spcBef>
              </a:pPr>
              <a:r>
                <a:rPr lang="en-US" sz="1000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Carlito"/>
                  <a:sym typeface="Carlito"/>
                </a:rPr>
                <a:t>Omogućava akciju za editovanje profila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490788" y="1658541"/>
            <a:ext cx="1703856" cy="575031"/>
            <a:chOff x="0" y="-47624"/>
            <a:chExt cx="4543615" cy="153341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47624"/>
              <a:ext cx="4543615" cy="6054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35"/>
                </a:lnSpc>
                <a:spcBef>
                  <a:spcPct val="0"/>
                </a:spcBef>
              </a:pPr>
              <a:r>
                <a:rPr lang="en-US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Radley"/>
                  <a:sym typeface="Radley"/>
                </a:rPr>
                <a:t>TextView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528263"/>
              <a:ext cx="4543615" cy="9575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382"/>
                </a:lnSpc>
                <a:spcBef>
                  <a:spcPct val="0"/>
                </a:spcBef>
              </a:pPr>
              <a:r>
                <a:rPr lang="en-US" sz="1000" smtClean="0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Carlito"/>
                  <a:sym typeface="Carlito"/>
                </a:rPr>
                <a:t>Prikazuje ime korisnika na ekranu</a:t>
              </a:r>
              <a:endParaRPr lang="en-US" sz="1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Carlito"/>
                <a:sym typeface="Carlito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648200" y="2461260"/>
            <a:ext cx="2005013" cy="2348865"/>
            <a:chOff x="0" y="0"/>
            <a:chExt cx="1391532" cy="163017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91532" cy="1630175"/>
            </a:xfrm>
            <a:custGeom>
              <a:avLst/>
              <a:gdLst/>
              <a:ahLst/>
              <a:cxnLst/>
              <a:rect l="l" t="t" r="r" b="b"/>
              <a:pathLst>
                <a:path w="1391532" h="1630175">
                  <a:moveTo>
                    <a:pt x="0" y="0"/>
                  </a:moveTo>
                  <a:lnTo>
                    <a:pt x="1391532" y="0"/>
                  </a:lnTo>
                  <a:lnTo>
                    <a:pt x="1391532" y="1630175"/>
                  </a:lnTo>
                  <a:lnTo>
                    <a:pt x="0" y="1630175"/>
                  </a:lnTo>
                  <a:close/>
                </a:path>
              </a:pathLst>
            </a:custGeom>
            <a:blipFill>
              <a:blip r:embed="rId2"/>
              <a:stretch>
                <a:fillRect t="-138" b="-138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2490787" y="2461260"/>
            <a:ext cx="2005013" cy="2348865"/>
            <a:chOff x="0" y="0"/>
            <a:chExt cx="1391532" cy="163017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91532" cy="1630175"/>
            </a:xfrm>
            <a:custGeom>
              <a:avLst/>
              <a:gdLst/>
              <a:ahLst/>
              <a:cxnLst/>
              <a:rect l="l" t="t" r="r" b="b"/>
              <a:pathLst>
                <a:path w="1391532" h="1630175">
                  <a:moveTo>
                    <a:pt x="0" y="0"/>
                  </a:moveTo>
                  <a:lnTo>
                    <a:pt x="1391532" y="0"/>
                  </a:lnTo>
                  <a:lnTo>
                    <a:pt x="1391532" y="1630175"/>
                  </a:lnTo>
                  <a:lnTo>
                    <a:pt x="0" y="1630175"/>
                  </a:lnTo>
                  <a:close/>
                </a:path>
              </a:pathLst>
            </a:custGeom>
            <a:blipFill>
              <a:blip r:embed="rId3"/>
              <a:stretch>
                <a:fillRect t="-138" b="-138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333375" y="2461260"/>
            <a:ext cx="2005013" cy="2348865"/>
            <a:chOff x="0" y="0"/>
            <a:chExt cx="879848" cy="103073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79848" cy="1030739"/>
            </a:xfrm>
            <a:custGeom>
              <a:avLst/>
              <a:gdLst/>
              <a:ahLst/>
              <a:cxnLst/>
              <a:rect l="l" t="t" r="r" b="b"/>
              <a:pathLst>
                <a:path w="879848" h="1030739">
                  <a:moveTo>
                    <a:pt x="0" y="0"/>
                  </a:moveTo>
                  <a:lnTo>
                    <a:pt x="879848" y="0"/>
                  </a:lnTo>
                  <a:lnTo>
                    <a:pt x="879848" y="1030739"/>
                  </a:lnTo>
                  <a:lnTo>
                    <a:pt x="0" y="1030739"/>
                  </a:lnTo>
                  <a:close/>
                </a:path>
              </a:pathLst>
            </a:custGeom>
            <a:blipFill>
              <a:blip r:embed="rId4"/>
              <a:stretch>
                <a:fillRect t="-138" b="-138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6805777" y="2461260"/>
            <a:ext cx="2005013" cy="2348865"/>
            <a:chOff x="0" y="0"/>
            <a:chExt cx="1391532" cy="163017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91532" cy="1630175"/>
            </a:xfrm>
            <a:custGeom>
              <a:avLst/>
              <a:gdLst/>
              <a:ahLst/>
              <a:cxnLst/>
              <a:rect l="l" t="t" r="r" b="b"/>
              <a:pathLst>
                <a:path w="1391532" h="1630175">
                  <a:moveTo>
                    <a:pt x="0" y="0"/>
                  </a:moveTo>
                  <a:lnTo>
                    <a:pt x="1391532" y="0"/>
                  </a:lnTo>
                  <a:lnTo>
                    <a:pt x="1391532" y="1630175"/>
                  </a:lnTo>
                  <a:lnTo>
                    <a:pt x="0" y="1630175"/>
                  </a:lnTo>
                  <a:close/>
                </a:path>
              </a:pathLst>
            </a:custGeom>
            <a:blipFill>
              <a:blip r:embed="rId5"/>
              <a:stretch>
                <a:fillRect t="-138" b="-138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6805777" y="1658541"/>
            <a:ext cx="1738477" cy="603537"/>
            <a:chOff x="0" y="-47624"/>
            <a:chExt cx="4635939" cy="1609430"/>
          </a:xfrm>
        </p:grpSpPr>
        <p:sp>
          <p:nvSpPr>
            <p:cNvPr id="21" name="TextBox 21"/>
            <p:cNvSpPr txBox="1"/>
            <p:nvPr/>
          </p:nvSpPr>
          <p:spPr>
            <a:xfrm>
              <a:off x="0" y="-47624"/>
              <a:ext cx="4635939" cy="6054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35"/>
                </a:lnSpc>
                <a:spcBef>
                  <a:spcPct val="0"/>
                </a:spcBef>
              </a:pPr>
              <a:r>
                <a:rPr lang="en-US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Radley"/>
                  <a:sym typeface="Radley"/>
                </a:rPr>
                <a:t>LinearLayout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604279"/>
              <a:ext cx="4635939" cy="9575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382"/>
                </a:lnSpc>
                <a:spcBef>
                  <a:spcPct val="0"/>
                </a:spcBef>
              </a:pPr>
              <a:r>
                <a:rPr lang="en-US" sz="1000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Carlito"/>
                  <a:sym typeface="Carlito"/>
                </a:rPr>
                <a:t>Organizuje UI elemente u vertikalnom nizu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7329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495800" cy="5143500"/>
            <a:chOff x="0" y="0"/>
            <a:chExt cx="1035548" cy="11847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5548" cy="1184737"/>
            </a:xfrm>
            <a:custGeom>
              <a:avLst/>
              <a:gdLst/>
              <a:ahLst/>
              <a:cxnLst/>
              <a:rect l="l" t="t" r="r" b="b"/>
              <a:pathLst>
                <a:path w="1035548" h="1184737">
                  <a:moveTo>
                    <a:pt x="0" y="0"/>
                  </a:moveTo>
                  <a:lnTo>
                    <a:pt x="1035548" y="0"/>
                  </a:lnTo>
                  <a:lnTo>
                    <a:pt x="1035548" y="1184737"/>
                  </a:lnTo>
                  <a:lnTo>
                    <a:pt x="0" y="1184737"/>
                  </a:lnTo>
                  <a:close/>
                </a:path>
              </a:pathLst>
            </a:custGeom>
            <a:blipFill>
              <a:blip r:embed="rId2"/>
              <a:stretch>
                <a:fillRect t="-378" b="-378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4800600" y="845344"/>
            <a:ext cx="4010026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25"/>
              </a:lnSpc>
            </a:pPr>
            <a:r>
              <a:rPr lang="en-US" sz="4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Georgia Pro Light"/>
                <a:sym typeface="Georgia Pro Light"/>
              </a:rPr>
              <a:t>LinearLayout</a:t>
            </a:r>
          </a:p>
        </p:txBody>
      </p:sp>
    </p:spTree>
    <p:extLst>
      <p:ext uri="{BB962C8B-B14F-4D97-AF65-F5344CB8AC3E}">
        <p14:creationId xmlns:p14="http://schemas.microsoft.com/office/powerpoint/2010/main" val="2921002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67338" y="0"/>
            <a:ext cx="3776663" cy="51435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52400" y="358378"/>
            <a:ext cx="6448425" cy="4225826"/>
            <a:chOff x="-482600" y="66675"/>
            <a:chExt cx="17195800" cy="11268865"/>
          </a:xfrm>
        </p:grpSpPr>
        <p:sp>
          <p:nvSpPr>
            <p:cNvPr id="5" name="TextBox 5"/>
            <p:cNvSpPr txBox="1"/>
            <p:nvPr/>
          </p:nvSpPr>
          <p:spPr>
            <a:xfrm>
              <a:off x="-482600" y="66675"/>
              <a:ext cx="14960600" cy="30093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4400"/>
                </a:lnSpc>
              </a:pPr>
              <a:r>
                <a:rPr lang="en-US" sz="4000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Georgia Pro Light"/>
                  <a:sym typeface="Georgia Pro Light"/>
                </a:rPr>
                <a:t>Horizontalni i vertikalni raspored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13400" y="2717799"/>
              <a:ext cx="11099800" cy="86177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>
                  <a:solidFill>
                    <a:schemeClr val="tx1"/>
                  </a:solidFill>
                  <a:latin typeface="Roboto Medium" pitchFamily="2" charset="0"/>
                  <a:ea typeface="Roboto Medium" pitchFamily="2" charset="0"/>
                  <a:cs typeface="DM Sans"/>
                  <a:sym typeface="DM Sans"/>
                </a:rPr>
                <a:t>LinearLayout može biti horizontalnog ili vertikalnog rasporeda, što omogućava jednostavno slaganje elemenata jedan pored drugog ili jedan ispod drugog, olakšavajući dizajn interfejsa.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0307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67338" y="0"/>
            <a:ext cx="3776663" cy="51435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33375" y="358378"/>
            <a:ext cx="4210050" cy="3840361"/>
            <a:chOff x="0" y="66675"/>
            <a:chExt cx="11226800" cy="10240965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54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400"/>
                </a:lnSpc>
              </a:pPr>
              <a:r>
                <a:rPr lang="en-US" sz="4000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Georgia Pro Light"/>
                  <a:sym typeface="Georgia Pro Light"/>
                </a:rPr>
                <a:t>layout_weight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27000" y="2921001"/>
              <a:ext cx="11099800" cy="73866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DM Sans"/>
                  <a:sym typeface="DM Sans"/>
                </a:rPr>
                <a:t>Atribut </a:t>
              </a:r>
              <a:r>
                <a:rPr lang="en-US" sz="2000" b="1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DM Sans Bold"/>
                  <a:sym typeface="DM Sans Bold"/>
                </a:rPr>
                <a:t>layout_weight</a:t>
              </a:r>
              <a:r>
                <a:rPr lang="en-US" sz="2000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DM Sans"/>
                  <a:sym typeface="DM Sans"/>
                </a:rPr>
                <a:t> omogućava fleksibilnu raspodelu prostora među elementima unutar LinearLayout-a, omogućavajući proporcionalno deljenje mesta na osnovu definisanih težina.</a:t>
              </a:r>
            </a:p>
          </p:txBody>
        </p:sp>
      </p:grp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</a:t>
            </a:r>
            <a:endParaRPr lang="en-US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866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67338" y="0"/>
            <a:ext cx="3776663" cy="51435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33375" y="358378"/>
            <a:ext cx="4362450" cy="4148138"/>
            <a:chOff x="0" y="66675"/>
            <a:chExt cx="11633200" cy="11061703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54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400"/>
                </a:lnSpc>
              </a:pPr>
              <a:r>
                <a:rPr lang="en-US" sz="4000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Georgia Pro Light"/>
                  <a:sym typeface="Georgia Pro Light"/>
                </a:rPr>
                <a:t>XML kod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33400" y="2921001"/>
              <a:ext cx="11099800" cy="82073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sz="2000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DM Sans"/>
                  <a:sym typeface="DM Sans"/>
                </a:rPr>
                <a:t>U ovom odeljku, prikazaćemo osnovni XML kod za LinearLayout, uključujući ključne atribute kao što su </a:t>
              </a:r>
              <a:r>
                <a:rPr lang="en-US" sz="2000" b="1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DM Sans Bold"/>
                  <a:sym typeface="DM Sans Bold"/>
                </a:rPr>
                <a:t>android:orientation</a:t>
              </a:r>
              <a:r>
                <a:rPr lang="en-US" sz="2000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DM Sans"/>
                  <a:sym typeface="DM Sans"/>
                </a:rPr>
                <a:t> i </a:t>
              </a:r>
              <a:r>
                <a:rPr lang="en-US" sz="2000" b="1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DM Sans Bold"/>
                  <a:sym typeface="DM Sans Bold"/>
                </a:rPr>
                <a:t>android:layout_weight</a:t>
              </a:r>
              <a:r>
                <a:rPr lang="en-US" sz="2000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DM Sans"/>
                  <a:sym typeface="DM Sans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3326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33375" y="366713"/>
            <a:ext cx="4881563" cy="574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00"/>
              </a:lnSpc>
              <a:spcBef>
                <a:spcPct val="0"/>
              </a:spcBef>
            </a:pPr>
            <a:r>
              <a:rPr lang="en-US" sz="4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Georgia Pro Light"/>
                <a:sym typeface="Georgia Pro Light"/>
              </a:rPr>
              <a:t>Pregled rezultata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33375" y="2106216"/>
            <a:ext cx="2005013" cy="448053"/>
            <a:chOff x="0" y="-47625"/>
            <a:chExt cx="5346700" cy="1194807"/>
          </a:xfrm>
        </p:grpSpPr>
        <p:sp>
          <p:nvSpPr>
            <p:cNvPr id="5" name="TextBox 5"/>
            <p:cNvSpPr txBox="1"/>
            <p:nvPr/>
          </p:nvSpPr>
          <p:spPr>
            <a:xfrm>
              <a:off x="0" y="669788"/>
              <a:ext cx="5346700" cy="477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470"/>
                </a:lnSpc>
              </a:pPr>
              <a:r>
                <a:rPr lang="en-US" sz="1100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DM Sans"/>
                  <a:sym typeface="DM Sans"/>
                </a:rPr>
                <a:t>UI dizajn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346700" cy="5712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820"/>
                </a:lnSpc>
              </a:pPr>
              <a:r>
                <a:rPr lang="en-US" sz="1300" b="1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DM Sans Bold"/>
                  <a:sym typeface="DM Sans Bold"/>
                </a:rPr>
                <a:t>PRIKAZ IZGLEDA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33375" y="3006865"/>
            <a:ext cx="2005013" cy="448053"/>
            <a:chOff x="0" y="-47625"/>
            <a:chExt cx="5346700" cy="1194807"/>
          </a:xfrm>
        </p:grpSpPr>
        <p:sp>
          <p:nvSpPr>
            <p:cNvPr id="8" name="TextBox 8"/>
            <p:cNvSpPr txBox="1"/>
            <p:nvPr/>
          </p:nvSpPr>
          <p:spPr>
            <a:xfrm>
              <a:off x="0" y="669788"/>
              <a:ext cx="5346700" cy="477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470"/>
                </a:lnSpc>
              </a:pPr>
              <a:r>
                <a:rPr lang="en-US" sz="1100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DM Sans"/>
                  <a:sym typeface="DM Sans"/>
                </a:rPr>
                <a:t>Harmonija layout-a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346700" cy="5712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820"/>
                </a:lnSpc>
              </a:pPr>
              <a:r>
                <a:rPr lang="en-US" sz="1300" b="1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DM Sans Bold"/>
                  <a:sym typeface="DM Sans Bold"/>
                </a:rPr>
                <a:t>RASPORED ELEMENATA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33375" y="3896916"/>
            <a:ext cx="2005013" cy="676653"/>
            <a:chOff x="0" y="-47625"/>
            <a:chExt cx="5346700" cy="1804406"/>
          </a:xfrm>
        </p:grpSpPr>
        <p:sp>
          <p:nvSpPr>
            <p:cNvPr id="11" name="TextBox 11"/>
            <p:cNvSpPr txBox="1"/>
            <p:nvPr/>
          </p:nvSpPr>
          <p:spPr>
            <a:xfrm>
              <a:off x="0" y="1279387"/>
              <a:ext cx="5346700" cy="477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470"/>
                </a:lnSpc>
              </a:pPr>
              <a:r>
                <a:rPr lang="en-US" sz="1100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DM Sans"/>
                  <a:sym typeface="DM Sans"/>
                </a:rPr>
                <a:t>Interakcija korisnika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5346700" cy="12311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820"/>
                </a:lnSpc>
              </a:pPr>
              <a:r>
                <a:rPr lang="en-US" sz="1300" b="1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DM Sans Bold"/>
                  <a:sym typeface="DM Sans Bold"/>
                </a:rPr>
                <a:t>PRIKAZ FUNKCIONALNOSTI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805613" y="1676400"/>
            <a:ext cx="2005013" cy="3133725"/>
            <a:chOff x="0" y="0"/>
            <a:chExt cx="621258" cy="97099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21258" cy="970992"/>
            </a:xfrm>
            <a:custGeom>
              <a:avLst/>
              <a:gdLst/>
              <a:ahLst/>
              <a:cxnLst/>
              <a:rect l="l" t="t" r="r" b="b"/>
              <a:pathLst>
                <a:path w="621258" h="970992">
                  <a:moveTo>
                    <a:pt x="0" y="0"/>
                  </a:moveTo>
                  <a:lnTo>
                    <a:pt x="621258" y="0"/>
                  </a:lnTo>
                  <a:lnTo>
                    <a:pt x="621258" y="970992"/>
                  </a:lnTo>
                  <a:lnTo>
                    <a:pt x="0" y="970992"/>
                  </a:lnTo>
                  <a:close/>
                </a:path>
              </a:pathLst>
            </a:custGeom>
            <a:blipFill>
              <a:blip r:embed="rId2"/>
              <a:stretch>
                <a:fillRect t="-478" b="-478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4648200" y="1676400"/>
            <a:ext cx="2005013" cy="3133725"/>
            <a:chOff x="0" y="0"/>
            <a:chExt cx="621258" cy="97099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21258" cy="970992"/>
            </a:xfrm>
            <a:custGeom>
              <a:avLst/>
              <a:gdLst/>
              <a:ahLst/>
              <a:cxnLst/>
              <a:rect l="l" t="t" r="r" b="b"/>
              <a:pathLst>
                <a:path w="621258" h="970992">
                  <a:moveTo>
                    <a:pt x="0" y="0"/>
                  </a:moveTo>
                  <a:lnTo>
                    <a:pt x="621258" y="0"/>
                  </a:lnTo>
                  <a:lnTo>
                    <a:pt x="621258" y="970992"/>
                  </a:lnTo>
                  <a:lnTo>
                    <a:pt x="0" y="970992"/>
                  </a:lnTo>
                  <a:close/>
                </a:path>
              </a:pathLst>
            </a:custGeom>
            <a:blipFill>
              <a:blip r:embed="rId3"/>
              <a:stretch>
                <a:fillRect t="-478" b="-478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2490787" y="1676400"/>
            <a:ext cx="2005013" cy="3133725"/>
            <a:chOff x="0" y="0"/>
            <a:chExt cx="621258" cy="9709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21258" cy="970992"/>
            </a:xfrm>
            <a:custGeom>
              <a:avLst/>
              <a:gdLst/>
              <a:ahLst/>
              <a:cxnLst/>
              <a:rect l="l" t="t" r="r" b="b"/>
              <a:pathLst>
                <a:path w="621258" h="970992">
                  <a:moveTo>
                    <a:pt x="0" y="0"/>
                  </a:moveTo>
                  <a:lnTo>
                    <a:pt x="621258" y="0"/>
                  </a:lnTo>
                  <a:lnTo>
                    <a:pt x="621258" y="970992"/>
                  </a:lnTo>
                  <a:lnTo>
                    <a:pt x="0" y="970992"/>
                  </a:lnTo>
                  <a:close/>
                </a:path>
              </a:pathLst>
            </a:custGeom>
            <a:blipFill>
              <a:blip r:embed="rId4"/>
              <a:stretch>
                <a:fillRect t="-478" b="-478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372831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67338" y="0"/>
            <a:ext cx="3776663" cy="51435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333375" y="358378"/>
            <a:ext cx="4162425" cy="1140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00"/>
              </a:lnSpc>
            </a:pPr>
            <a:r>
              <a:rPr lang="en-US" sz="4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Georgia Pro Light"/>
                <a:sym typeface="Georgia Pro Light"/>
              </a:rPr>
              <a:t>Kombinovanje LinearLayout-a</a:t>
            </a:r>
          </a:p>
        </p:txBody>
      </p:sp>
    </p:spTree>
    <p:extLst>
      <p:ext uri="{BB962C8B-B14F-4D97-AF65-F5344CB8AC3E}">
        <p14:creationId xmlns:p14="http://schemas.microsoft.com/office/powerpoint/2010/main" val="1116247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67338" y="0"/>
            <a:ext cx="3776663" cy="51435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33375" y="358378"/>
            <a:ext cx="4162425" cy="3377628"/>
            <a:chOff x="0" y="66675"/>
            <a:chExt cx="11099800" cy="9007005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30405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400"/>
                </a:lnSpc>
              </a:pPr>
              <a:r>
                <a:rPr lang="en-US" sz="4000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Georgia Pro Light"/>
                  <a:sym typeface="Georgia Pro Light"/>
                </a:rPr>
                <a:t>Kada koristiti LinearLayout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33703"/>
              <a:ext cx="11099800" cy="55399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800" smtClean="0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DM Sans"/>
                  <a:sym typeface="DM Sans"/>
                </a:rPr>
                <a:t>LinearLayout se koristi za </a:t>
              </a:r>
              <a:r>
                <a:rPr lang="en-US" sz="1800" b="1" smtClean="0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DM Sans Bold"/>
                  <a:sym typeface="DM Sans Bold"/>
                </a:rPr>
                <a:t>jednostavne rasporede</a:t>
              </a:r>
              <a:r>
                <a:rPr lang="en-US" sz="1800" smtClean="0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DM Sans"/>
                  <a:sym typeface="DM Sans"/>
                </a:rPr>
                <a:t> kada je potrebno vertikalno ili horizontalno slaganje elemenata, idealan za aplikacije koje ne zahtevaju kompleksnu dinamiku.</a:t>
              </a:r>
              <a:endParaRPr lang="en-US" sz="18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DM Sans"/>
                <a:sym typeface="DM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0502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67338" y="0"/>
            <a:ext cx="3776663" cy="51435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27558" y="133350"/>
            <a:ext cx="4168242" cy="4849151"/>
            <a:chOff x="-15512" y="-533399"/>
            <a:chExt cx="11115312" cy="12931063"/>
          </a:xfrm>
        </p:grpSpPr>
        <p:sp>
          <p:nvSpPr>
            <p:cNvPr id="5" name="TextBox 5"/>
            <p:cNvSpPr txBox="1"/>
            <p:nvPr/>
          </p:nvSpPr>
          <p:spPr>
            <a:xfrm>
              <a:off x="-15512" y="-533399"/>
              <a:ext cx="11099800" cy="30405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400"/>
                </a:lnSpc>
              </a:pPr>
              <a:r>
                <a:rPr lang="en-US" sz="4000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Georgia Pro Light"/>
                  <a:sym typeface="Georgia Pro Light"/>
                </a:rPr>
                <a:t>Greške i optimizacija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33703"/>
              <a:ext cx="11099800" cy="88639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DM Sans"/>
                  <a:sym typeface="DM Sans"/>
                </a:rPr>
                <a:t>U ovoj sekciji razmotrićemo </a:t>
              </a:r>
              <a:r>
                <a:rPr lang="en-US" sz="2400" b="1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DM Sans Bold"/>
                  <a:sym typeface="DM Sans Bold"/>
                </a:rPr>
                <a:t>najčešće greške</a:t>
              </a:r>
              <a:r>
                <a:rPr lang="en-US" sz="2400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DM Sans"/>
                  <a:sym typeface="DM Sans"/>
                </a:rPr>
                <a:t> prilikom korišćenja LinearLayout-a i kako optimizovati raspored elemenata za bolju efikasnost.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9150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5367338" cy="5143500"/>
          </a:xfrm>
          <a:prstGeom prst="rect">
            <a:avLst/>
          </a:prstGeom>
          <a:solidFill>
            <a:srgbClr val="1976D2"/>
          </a:solidFill>
        </p:spPr>
      </p:sp>
      <p:sp>
        <p:nvSpPr>
          <p:cNvPr id="3" name="TextBox 3"/>
          <p:cNvSpPr txBox="1"/>
          <p:nvPr/>
        </p:nvSpPr>
        <p:spPr>
          <a:xfrm>
            <a:off x="333375" y="366713"/>
            <a:ext cx="4881563" cy="1131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00"/>
              </a:lnSpc>
              <a:spcBef>
                <a:spcPct val="0"/>
              </a:spcBef>
            </a:pPr>
            <a:r>
              <a:rPr lang="en-US" sz="4000">
                <a:solidFill>
                  <a:srgbClr val="FFFFFF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Mini primer: login forma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33375" y="2102644"/>
            <a:ext cx="2005013" cy="675749"/>
            <a:chOff x="0" y="-57150"/>
            <a:chExt cx="5346700" cy="1801998"/>
          </a:xfrm>
        </p:grpSpPr>
        <p:sp>
          <p:nvSpPr>
            <p:cNvPr id="5" name="TextBox 5"/>
            <p:cNvSpPr txBox="1"/>
            <p:nvPr/>
          </p:nvSpPr>
          <p:spPr>
            <a:xfrm>
              <a:off x="0" y="1231888"/>
              <a:ext cx="5346700" cy="5129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470"/>
                </a:lnSpc>
              </a:pPr>
              <a:r>
                <a:rPr lang="en-US" sz="11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Unos korisničkog imena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346700" cy="12311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752"/>
                </a:lnSpc>
              </a:pPr>
              <a:r>
                <a:rPr lang="en-US" sz="13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POLJE ZA KORISNIČKO IME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33375" y="3003293"/>
            <a:ext cx="2005013" cy="456674"/>
            <a:chOff x="0" y="-57150"/>
            <a:chExt cx="5346700" cy="1217798"/>
          </a:xfrm>
        </p:grpSpPr>
        <p:sp>
          <p:nvSpPr>
            <p:cNvPr id="8" name="TextBox 8"/>
            <p:cNvSpPr txBox="1"/>
            <p:nvPr/>
          </p:nvSpPr>
          <p:spPr>
            <a:xfrm>
              <a:off x="0" y="647688"/>
              <a:ext cx="5346700" cy="5129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470"/>
                </a:lnSpc>
              </a:pPr>
              <a:r>
                <a:rPr lang="en-US" sz="11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Unos lozinke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5346700" cy="6155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752"/>
                </a:lnSpc>
              </a:pPr>
              <a:r>
                <a:rPr lang="en-US" sz="13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POLJE ZA LOZINKU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33375" y="3893344"/>
            <a:ext cx="2005013" cy="456674"/>
            <a:chOff x="0" y="-57150"/>
            <a:chExt cx="5346700" cy="1217798"/>
          </a:xfrm>
        </p:grpSpPr>
        <p:sp>
          <p:nvSpPr>
            <p:cNvPr id="11" name="TextBox 11"/>
            <p:cNvSpPr txBox="1"/>
            <p:nvPr/>
          </p:nvSpPr>
          <p:spPr>
            <a:xfrm>
              <a:off x="0" y="647688"/>
              <a:ext cx="5346700" cy="5129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470"/>
                </a:lnSpc>
              </a:pPr>
              <a:r>
                <a:rPr lang="en-US" sz="11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Aktivacija prijave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5346700" cy="6155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752"/>
                </a:lnSpc>
              </a:pPr>
              <a:r>
                <a:rPr lang="en-US" sz="13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DUGME ZA PRIJAVU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805613" y="1676400"/>
            <a:ext cx="2005013" cy="3133725"/>
            <a:chOff x="0" y="0"/>
            <a:chExt cx="621258" cy="97099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21258" cy="970992"/>
            </a:xfrm>
            <a:custGeom>
              <a:avLst/>
              <a:gdLst/>
              <a:ahLst/>
              <a:cxnLst/>
              <a:rect l="l" t="t" r="r" b="b"/>
              <a:pathLst>
                <a:path w="621258" h="970992">
                  <a:moveTo>
                    <a:pt x="0" y="0"/>
                  </a:moveTo>
                  <a:lnTo>
                    <a:pt x="621258" y="0"/>
                  </a:lnTo>
                  <a:lnTo>
                    <a:pt x="621258" y="970992"/>
                  </a:lnTo>
                  <a:lnTo>
                    <a:pt x="0" y="970992"/>
                  </a:lnTo>
                  <a:close/>
                </a:path>
              </a:pathLst>
            </a:custGeom>
            <a:blipFill>
              <a:blip r:embed="rId2"/>
              <a:stretch>
                <a:fillRect t="-478" b="-478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4648200" y="1676400"/>
            <a:ext cx="2005013" cy="3133725"/>
            <a:chOff x="0" y="0"/>
            <a:chExt cx="621258" cy="97099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21258" cy="970992"/>
            </a:xfrm>
            <a:custGeom>
              <a:avLst/>
              <a:gdLst/>
              <a:ahLst/>
              <a:cxnLst/>
              <a:rect l="l" t="t" r="r" b="b"/>
              <a:pathLst>
                <a:path w="621258" h="970992">
                  <a:moveTo>
                    <a:pt x="0" y="0"/>
                  </a:moveTo>
                  <a:lnTo>
                    <a:pt x="621258" y="0"/>
                  </a:lnTo>
                  <a:lnTo>
                    <a:pt x="621258" y="970992"/>
                  </a:lnTo>
                  <a:lnTo>
                    <a:pt x="0" y="970992"/>
                  </a:lnTo>
                  <a:close/>
                </a:path>
              </a:pathLst>
            </a:custGeom>
            <a:blipFill>
              <a:blip r:embed="rId3"/>
              <a:stretch>
                <a:fillRect t="-478" b="-478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2490787" y="1676400"/>
            <a:ext cx="2005013" cy="3133725"/>
            <a:chOff x="0" y="0"/>
            <a:chExt cx="621258" cy="9709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21258" cy="970992"/>
            </a:xfrm>
            <a:custGeom>
              <a:avLst/>
              <a:gdLst/>
              <a:ahLst/>
              <a:cxnLst/>
              <a:rect l="l" t="t" r="r" b="b"/>
              <a:pathLst>
                <a:path w="621258" h="970992">
                  <a:moveTo>
                    <a:pt x="0" y="0"/>
                  </a:moveTo>
                  <a:lnTo>
                    <a:pt x="621258" y="0"/>
                  </a:lnTo>
                  <a:lnTo>
                    <a:pt x="621258" y="970992"/>
                  </a:lnTo>
                  <a:lnTo>
                    <a:pt x="0" y="970992"/>
                  </a:lnTo>
                  <a:close/>
                </a:path>
              </a:pathLst>
            </a:custGeom>
            <a:blipFill>
              <a:blip r:embed="rId4"/>
              <a:stretch>
                <a:fillRect t="-478" b="-478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4171768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375" y="333375"/>
            <a:ext cx="8477250" cy="4476750"/>
            <a:chOff x="0" y="0"/>
            <a:chExt cx="5734099" cy="302812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5669329" cy="2959540"/>
            </a:xfrm>
            <a:custGeom>
              <a:avLst/>
              <a:gdLst/>
              <a:ahLst/>
              <a:cxnLst/>
              <a:rect l="l" t="t" r="r" b="b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58B3F8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5734099" cy="3028120"/>
            </a:xfrm>
            <a:custGeom>
              <a:avLst/>
              <a:gdLst/>
              <a:ahLst/>
              <a:cxnLst/>
              <a:rect l="l" t="t" r="r" b="b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900113" y="1882225"/>
            <a:ext cx="2358762" cy="2480226"/>
            <a:chOff x="0" y="0"/>
            <a:chExt cx="1242476" cy="13064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42476" cy="1306456"/>
            </a:xfrm>
            <a:custGeom>
              <a:avLst/>
              <a:gdLst/>
              <a:ahLst/>
              <a:cxnLst/>
              <a:rect l="l" t="t" r="r" b="b"/>
              <a:pathLst>
                <a:path w="1242476" h="1306456">
                  <a:moveTo>
                    <a:pt x="82055" y="0"/>
                  </a:moveTo>
                  <a:lnTo>
                    <a:pt x="1160421" y="0"/>
                  </a:lnTo>
                  <a:cubicBezTo>
                    <a:pt x="1182183" y="0"/>
                    <a:pt x="1203054" y="8645"/>
                    <a:pt x="1218442" y="24033"/>
                  </a:cubicBezTo>
                  <a:cubicBezTo>
                    <a:pt x="1233831" y="39422"/>
                    <a:pt x="1242476" y="60293"/>
                    <a:pt x="1242476" y="82055"/>
                  </a:cubicBezTo>
                  <a:lnTo>
                    <a:pt x="1242476" y="1224401"/>
                  </a:lnTo>
                  <a:cubicBezTo>
                    <a:pt x="1242476" y="1246164"/>
                    <a:pt x="1233831" y="1267035"/>
                    <a:pt x="1218442" y="1282423"/>
                  </a:cubicBezTo>
                  <a:cubicBezTo>
                    <a:pt x="1203054" y="1297811"/>
                    <a:pt x="1182183" y="1306456"/>
                    <a:pt x="1160421" y="1306456"/>
                  </a:cubicBezTo>
                  <a:lnTo>
                    <a:pt x="82055" y="1306456"/>
                  </a:lnTo>
                  <a:cubicBezTo>
                    <a:pt x="60293" y="1306456"/>
                    <a:pt x="39422" y="1297811"/>
                    <a:pt x="24033" y="1282423"/>
                  </a:cubicBezTo>
                  <a:cubicBezTo>
                    <a:pt x="8645" y="1267035"/>
                    <a:pt x="0" y="1246164"/>
                    <a:pt x="0" y="1224401"/>
                  </a:cubicBezTo>
                  <a:lnTo>
                    <a:pt x="0" y="82055"/>
                  </a:lnTo>
                  <a:cubicBezTo>
                    <a:pt x="0" y="60293"/>
                    <a:pt x="8645" y="39422"/>
                    <a:pt x="24033" y="24033"/>
                  </a:cubicBezTo>
                  <a:cubicBezTo>
                    <a:pt x="39422" y="8645"/>
                    <a:pt x="60293" y="0"/>
                    <a:pt x="8205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242476" cy="1373131"/>
            </a:xfrm>
            <a:prstGeom prst="rect">
              <a:avLst/>
            </a:prstGeom>
          </p:spPr>
          <p:txBody>
            <a:bodyPr lIns="127000" tIns="127000" rIns="127000" bIns="127000" rtlCol="0" anchor="ctr"/>
            <a:lstStyle/>
            <a:p>
              <a:pPr algn="ctr">
                <a:lnSpc>
                  <a:spcPts val="15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392619" y="1882225"/>
            <a:ext cx="2358762" cy="2480226"/>
            <a:chOff x="0" y="0"/>
            <a:chExt cx="1242476" cy="13064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42476" cy="1306456"/>
            </a:xfrm>
            <a:custGeom>
              <a:avLst/>
              <a:gdLst/>
              <a:ahLst/>
              <a:cxnLst/>
              <a:rect l="l" t="t" r="r" b="b"/>
              <a:pathLst>
                <a:path w="1242476" h="1306456">
                  <a:moveTo>
                    <a:pt x="82055" y="0"/>
                  </a:moveTo>
                  <a:lnTo>
                    <a:pt x="1160421" y="0"/>
                  </a:lnTo>
                  <a:cubicBezTo>
                    <a:pt x="1182183" y="0"/>
                    <a:pt x="1203054" y="8645"/>
                    <a:pt x="1218442" y="24033"/>
                  </a:cubicBezTo>
                  <a:cubicBezTo>
                    <a:pt x="1233831" y="39422"/>
                    <a:pt x="1242476" y="60293"/>
                    <a:pt x="1242476" y="82055"/>
                  </a:cubicBezTo>
                  <a:lnTo>
                    <a:pt x="1242476" y="1224401"/>
                  </a:lnTo>
                  <a:cubicBezTo>
                    <a:pt x="1242476" y="1246164"/>
                    <a:pt x="1233831" y="1267035"/>
                    <a:pt x="1218442" y="1282423"/>
                  </a:cubicBezTo>
                  <a:cubicBezTo>
                    <a:pt x="1203054" y="1297811"/>
                    <a:pt x="1182183" y="1306456"/>
                    <a:pt x="1160421" y="1306456"/>
                  </a:cubicBezTo>
                  <a:lnTo>
                    <a:pt x="82055" y="1306456"/>
                  </a:lnTo>
                  <a:cubicBezTo>
                    <a:pt x="60293" y="1306456"/>
                    <a:pt x="39422" y="1297811"/>
                    <a:pt x="24033" y="1282423"/>
                  </a:cubicBezTo>
                  <a:cubicBezTo>
                    <a:pt x="8645" y="1267035"/>
                    <a:pt x="0" y="1246164"/>
                    <a:pt x="0" y="1224401"/>
                  </a:cubicBezTo>
                  <a:lnTo>
                    <a:pt x="0" y="82055"/>
                  </a:lnTo>
                  <a:cubicBezTo>
                    <a:pt x="0" y="60293"/>
                    <a:pt x="8645" y="39422"/>
                    <a:pt x="24033" y="24033"/>
                  </a:cubicBezTo>
                  <a:cubicBezTo>
                    <a:pt x="39422" y="8645"/>
                    <a:pt x="60293" y="0"/>
                    <a:pt x="8205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242476" cy="1373131"/>
            </a:xfrm>
            <a:prstGeom prst="rect">
              <a:avLst/>
            </a:prstGeom>
          </p:spPr>
          <p:txBody>
            <a:bodyPr lIns="127000" tIns="127000" rIns="127000" bIns="127000" rtlCol="0" anchor="ctr"/>
            <a:lstStyle/>
            <a:p>
              <a:pPr algn="ctr">
                <a:lnSpc>
                  <a:spcPts val="15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885126" y="1882225"/>
            <a:ext cx="2358762" cy="2480226"/>
            <a:chOff x="0" y="0"/>
            <a:chExt cx="1242476" cy="130645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42476" cy="1306456"/>
            </a:xfrm>
            <a:custGeom>
              <a:avLst/>
              <a:gdLst/>
              <a:ahLst/>
              <a:cxnLst/>
              <a:rect l="l" t="t" r="r" b="b"/>
              <a:pathLst>
                <a:path w="1242476" h="1306456">
                  <a:moveTo>
                    <a:pt x="82055" y="0"/>
                  </a:moveTo>
                  <a:lnTo>
                    <a:pt x="1160421" y="0"/>
                  </a:lnTo>
                  <a:cubicBezTo>
                    <a:pt x="1182183" y="0"/>
                    <a:pt x="1203054" y="8645"/>
                    <a:pt x="1218442" y="24033"/>
                  </a:cubicBezTo>
                  <a:cubicBezTo>
                    <a:pt x="1233831" y="39422"/>
                    <a:pt x="1242476" y="60293"/>
                    <a:pt x="1242476" y="82055"/>
                  </a:cubicBezTo>
                  <a:lnTo>
                    <a:pt x="1242476" y="1224401"/>
                  </a:lnTo>
                  <a:cubicBezTo>
                    <a:pt x="1242476" y="1246164"/>
                    <a:pt x="1233831" y="1267035"/>
                    <a:pt x="1218442" y="1282423"/>
                  </a:cubicBezTo>
                  <a:cubicBezTo>
                    <a:pt x="1203054" y="1297811"/>
                    <a:pt x="1182183" y="1306456"/>
                    <a:pt x="1160421" y="1306456"/>
                  </a:cubicBezTo>
                  <a:lnTo>
                    <a:pt x="82055" y="1306456"/>
                  </a:lnTo>
                  <a:cubicBezTo>
                    <a:pt x="60293" y="1306456"/>
                    <a:pt x="39422" y="1297811"/>
                    <a:pt x="24033" y="1282423"/>
                  </a:cubicBezTo>
                  <a:cubicBezTo>
                    <a:pt x="8645" y="1267035"/>
                    <a:pt x="0" y="1246164"/>
                    <a:pt x="0" y="1224401"/>
                  </a:cubicBezTo>
                  <a:lnTo>
                    <a:pt x="0" y="82055"/>
                  </a:lnTo>
                  <a:cubicBezTo>
                    <a:pt x="0" y="60293"/>
                    <a:pt x="8645" y="39422"/>
                    <a:pt x="24033" y="24033"/>
                  </a:cubicBezTo>
                  <a:cubicBezTo>
                    <a:pt x="39422" y="8645"/>
                    <a:pt x="60293" y="0"/>
                    <a:pt x="8205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1242476" cy="1373131"/>
            </a:xfrm>
            <a:prstGeom prst="rect">
              <a:avLst/>
            </a:prstGeom>
          </p:spPr>
          <p:txBody>
            <a:bodyPr lIns="127000" tIns="127000" rIns="127000" bIns="127000" rtlCol="0" anchor="ctr"/>
            <a:lstStyle/>
            <a:p>
              <a:pPr algn="ctr">
                <a:lnSpc>
                  <a:spcPts val="15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52513" y="752475"/>
            <a:ext cx="7038975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spc="-68">
                <a:solidFill>
                  <a:srgbClr val="2C3E50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Koncept i logika FrameLayout-a u Androidu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89225" y="2099072"/>
            <a:ext cx="1980538" cy="1453977"/>
            <a:chOff x="0" y="-66675"/>
            <a:chExt cx="5281434" cy="3877271"/>
          </a:xfrm>
        </p:grpSpPr>
        <p:sp>
          <p:nvSpPr>
            <p:cNvPr id="16" name="TextBox 16"/>
            <p:cNvSpPr txBox="1"/>
            <p:nvPr/>
          </p:nvSpPr>
          <p:spPr>
            <a:xfrm>
              <a:off x="0" y="527648"/>
              <a:ext cx="5281434" cy="32829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sz="1200">
                  <a:solidFill>
                    <a:srgbClr val="2C3E50"/>
                  </a:solidFill>
                  <a:latin typeface="Codec Pro"/>
                  <a:ea typeface="Codec Pro"/>
                  <a:cs typeface="Codec Pro"/>
                  <a:sym typeface="Codec Pro"/>
                </a:rPr>
                <a:t>FrameLayout služi za </a:t>
              </a:r>
              <a:r>
                <a:rPr lang="en-US" sz="1200" b="1">
                  <a:solidFill>
                    <a:srgbClr val="2C3E50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preklapanje elemenata</a:t>
              </a:r>
              <a:r>
                <a:rPr lang="en-US" sz="1200">
                  <a:solidFill>
                    <a:srgbClr val="2C3E50"/>
                  </a:solidFill>
                  <a:latin typeface="Codec Pro"/>
                  <a:ea typeface="Codec Pro"/>
                  <a:cs typeface="Codec Pro"/>
                  <a:sym typeface="Codec Pro"/>
                </a:rPr>
                <a:t>, omogućavajući da se jedan element prikaže iznad drugog, što je korisno za složene UI sekcije.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5281434" cy="559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sz="1200" b="1">
                  <a:solidFill>
                    <a:srgbClr val="2C3E50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Prikazivanje elemenata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581731" y="2099072"/>
            <a:ext cx="1980538" cy="1248807"/>
            <a:chOff x="0" y="-66675"/>
            <a:chExt cx="5281434" cy="3330151"/>
          </a:xfrm>
        </p:grpSpPr>
        <p:sp>
          <p:nvSpPr>
            <p:cNvPr id="19" name="TextBox 19"/>
            <p:cNvSpPr txBox="1"/>
            <p:nvPr/>
          </p:nvSpPr>
          <p:spPr>
            <a:xfrm>
              <a:off x="0" y="527685"/>
              <a:ext cx="5281434" cy="27357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sz="1200">
                  <a:solidFill>
                    <a:srgbClr val="2C3E50"/>
                  </a:solidFill>
                  <a:latin typeface="Codec Pro"/>
                  <a:ea typeface="Codec Pro"/>
                  <a:cs typeface="Codec Pro"/>
                  <a:sym typeface="Codec Pro"/>
                </a:rPr>
                <a:t>Ovaj kontejner je idealan za </a:t>
              </a:r>
              <a:r>
                <a:rPr lang="en-US" sz="1200" b="1">
                  <a:solidFill>
                    <a:srgbClr val="2C3E50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preklapanje sadržaja</a:t>
              </a:r>
              <a:r>
                <a:rPr lang="en-US" sz="1200">
                  <a:solidFill>
                    <a:srgbClr val="2C3E50"/>
                  </a:solidFill>
                  <a:latin typeface="Codec Pro"/>
                  <a:ea typeface="Codec Pro"/>
                  <a:cs typeface="Codec Pro"/>
                  <a:sym typeface="Codec Pro"/>
                </a:rPr>
                <a:t>, kao što su logotipi ili slike, što poboljšava vizuelni doživljaj aplikacije.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5281434" cy="559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sz="1200" b="1">
                  <a:solidFill>
                    <a:srgbClr val="2C3E50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Idealno za preklapanje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74238" y="2099072"/>
            <a:ext cx="1980538" cy="1654016"/>
            <a:chOff x="0" y="-66675"/>
            <a:chExt cx="5281434" cy="4410708"/>
          </a:xfrm>
        </p:grpSpPr>
        <p:sp>
          <p:nvSpPr>
            <p:cNvPr id="22" name="TextBox 22"/>
            <p:cNvSpPr txBox="1"/>
            <p:nvPr/>
          </p:nvSpPr>
          <p:spPr>
            <a:xfrm>
              <a:off x="0" y="1061085"/>
              <a:ext cx="5281434" cy="32829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sz="1200">
                  <a:solidFill>
                    <a:srgbClr val="2C3E50"/>
                  </a:solidFill>
                  <a:latin typeface="Codec Pro"/>
                  <a:ea typeface="Codec Pro"/>
                  <a:cs typeface="Codec Pro"/>
                  <a:sym typeface="Codec Pro"/>
                </a:rPr>
                <a:t>FrameLayout ima </a:t>
              </a:r>
              <a:r>
                <a:rPr lang="en-US" sz="1200" b="1">
                  <a:solidFill>
                    <a:srgbClr val="2C3E50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jednostavnu strukturu</a:t>
              </a:r>
              <a:r>
                <a:rPr lang="en-US" sz="1200">
                  <a:solidFill>
                    <a:srgbClr val="2C3E50"/>
                  </a:solidFill>
                  <a:latin typeface="Codec Pro"/>
                  <a:ea typeface="Codec Pro"/>
                  <a:cs typeface="Codec Pro"/>
                  <a:sym typeface="Codec Pro"/>
                </a:rPr>
                <a:t> u XML-u, što olakšava njegovu implementaciju i omogućava lako upravljanje redosledom prikazanih elemenata.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66675"/>
              <a:ext cx="5281434" cy="10928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sz="1200" b="1">
                  <a:solidFill>
                    <a:srgbClr val="2C3E50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Jednostavna XML struktura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616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375" y="333375"/>
            <a:ext cx="8477250" cy="4476750"/>
            <a:chOff x="0" y="0"/>
            <a:chExt cx="5734099" cy="302812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5669329" cy="2959540"/>
            </a:xfrm>
            <a:custGeom>
              <a:avLst/>
              <a:gdLst/>
              <a:ahLst/>
              <a:cxnLst/>
              <a:rect l="l" t="t" r="r" b="b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58B3F8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5734099" cy="3028120"/>
            </a:xfrm>
            <a:custGeom>
              <a:avLst/>
              <a:gdLst/>
              <a:ahLst/>
              <a:cxnLst/>
              <a:rect l="l" t="t" r="r" b="b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900113" y="1882225"/>
            <a:ext cx="2358762" cy="2480226"/>
            <a:chOff x="0" y="0"/>
            <a:chExt cx="1242476" cy="13064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42476" cy="1306456"/>
            </a:xfrm>
            <a:custGeom>
              <a:avLst/>
              <a:gdLst/>
              <a:ahLst/>
              <a:cxnLst/>
              <a:rect l="l" t="t" r="r" b="b"/>
              <a:pathLst>
                <a:path w="1242476" h="1306456">
                  <a:moveTo>
                    <a:pt x="82055" y="0"/>
                  </a:moveTo>
                  <a:lnTo>
                    <a:pt x="1160421" y="0"/>
                  </a:lnTo>
                  <a:cubicBezTo>
                    <a:pt x="1182183" y="0"/>
                    <a:pt x="1203054" y="8645"/>
                    <a:pt x="1218442" y="24033"/>
                  </a:cubicBezTo>
                  <a:cubicBezTo>
                    <a:pt x="1233831" y="39422"/>
                    <a:pt x="1242476" y="60293"/>
                    <a:pt x="1242476" y="82055"/>
                  </a:cubicBezTo>
                  <a:lnTo>
                    <a:pt x="1242476" y="1224401"/>
                  </a:lnTo>
                  <a:cubicBezTo>
                    <a:pt x="1242476" y="1246164"/>
                    <a:pt x="1233831" y="1267035"/>
                    <a:pt x="1218442" y="1282423"/>
                  </a:cubicBezTo>
                  <a:cubicBezTo>
                    <a:pt x="1203054" y="1297811"/>
                    <a:pt x="1182183" y="1306456"/>
                    <a:pt x="1160421" y="1306456"/>
                  </a:cubicBezTo>
                  <a:lnTo>
                    <a:pt x="82055" y="1306456"/>
                  </a:lnTo>
                  <a:cubicBezTo>
                    <a:pt x="60293" y="1306456"/>
                    <a:pt x="39422" y="1297811"/>
                    <a:pt x="24033" y="1282423"/>
                  </a:cubicBezTo>
                  <a:cubicBezTo>
                    <a:pt x="8645" y="1267035"/>
                    <a:pt x="0" y="1246164"/>
                    <a:pt x="0" y="1224401"/>
                  </a:cubicBezTo>
                  <a:lnTo>
                    <a:pt x="0" y="82055"/>
                  </a:lnTo>
                  <a:cubicBezTo>
                    <a:pt x="0" y="60293"/>
                    <a:pt x="8645" y="39422"/>
                    <a:pt x="24033" y="24033"/>
                  </a:cubicBezTo>
                  <a:cubicBezTo>
                    <a:pt x="39422" y="8645"/>
                    <a:pt x="60293" y="0"/>
                    <a:pt x="8205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242476" cy="1373131"/>
            </a:xfrm>
            <a:prstGeom prst="rect">
              <a:avLst/>
            </a:prstGeom>
          </p:spPr>
          <p:txBody>
            <a:bodyPr lIns="127000" tIns="127000" rIns="127000" bIns="127000" rtlCol="0" anchor="ctr"/>
            <a:lstStyle/>
            <a:p>
              <a:pPr algn="ctr">
                <a:lnSpc>
                  <a:spcPts val="15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392619" y="1882225"/>
            <a:ext cx="2358762" cy="2480226"/>
            <a:chOff x="0" y="0"/>
            <a:chExt cx="1242476" cy="13064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42476" cy="1306456"/>
            </a:xfrm>
            <a:custGeom>
              <a:avLst/>
              <a:gdLst/>
              <a:ahLst/>
              <a:cxnLst/>
              <a:rect l="l" t="t" r="r" b="b"/>
              <a:pathLst>
                <a:path w="1242476" h="1306456">
                  <a:moveTo>
                    <a:pt x="82055" y="0"/>
                  </a:moveTo>
                  <a:lnTo>
                    <a:pt x="1160421" y="0"/>
                  </a:lnTo>
                  <a:cubicBezTo>
                    <a:pt x="1182183" y="0"/>
                    <a:pt x="1203054" y="8645"/>
                    <a:pt x="1218442" y="24033"/>
                  </a:cubicBezTo>
                  <a:cubicBezTo>
                    <a:pt x="1233831" y="39422"/>
                    <a:pt x="1242476" y="60293"/>
                    <a:pt x="1242476" y="82055"/>
                  </a:cubicBezTo>
                  <a:lnTo>
                    <a:pt x="1242476" y="1224401"/>
                  </a:lnTo>
                  <a:cubicBezTo>
                    <a:pt x="1242476" y="1246164"/>
                    <a:pt x="1233831" y="1267035"/>
                    <a:pt x="1218442" y="1282423"/>
                  </a:cubicBezTo>
                  <a:cubicBezTo>
                    <a:pt x="1203054" y="1297811"/>
                    <a:pt x="1182183" y="1306456"/>
                    <a:pt x="1160421" y="1306456"/>
                  </a:cubicBezTo>
                  <a:lnTo>
                    <a:pt x="82055" y="1306456"/>
                  </a:lnTo>
                  <a:cubicBezTo>
                    <a:pt x="60293" y="1306456"/>
                    <a:pt x="39422" y="1297811"/>
                    <a:pt x="24033" y="1282423"/>
                  </a:cubicBezTo>
                  <a:cubicBezTo>
                    <a:pt x="8645" y="1267035"/>
                    <a:pt x="0" y="1246164"/>
                    <a:pt x="0" y="1224401"/>
                  </a:cubicBezTo>
                  <a:lnTo>
                    <a:pt x="0" y="82055"/>
                  </a:lnTo>
                  <a:cubicBezTo>
                    <a:pt x="0" y="60293"/>
                    <a:pt x="8645" y="39422"/>
                    <a:pt x="24033" y="24033"/>
                  </a:cubicBezTo>
                  <a:cubicBezTo>
                    <a:pt x="39422" y="8645"/>
                    <a:pt x="60293" y="0"/>
                    <a:pt x="8205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242476" cy="1373131"/>
            </a:xfrm>
            <a:prstGeom prst="rect">
              <a:avLst/>
            </a:prstGeom>
          </p:spPr>
          <p:txBody>
            <a:bodyPr lIns="127000" tIns="127000" rIns="127000" bIns="127000" rtlCol="0" anchor="ctr"/>
            <a:lstStyle/>
            <a:p>
              <a:pPr algn="ctr">
                <a:lnSpc>
                  <a:spcPts val="15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885126" y="1882225"/>
            <a:ext cx="2358762" cy="2480226"/>
            <a:chOff x="0" y="0"/>
            <a:chExt cx="1242476" cy="130645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42476" cy="1306456"/>
            </a:xfrm>
            <a:custGeom>
              <a:avLst/>
              <a:gdLst/>
              <a:ahLst/>
              <a:cxnLst/>
              <a:rect l="l" t="t" r="r" b="b"/>
              <a:pathLst>
                <a:path w="1242476" h="1306456">
                  <a:moveTo>
                    <a:pt x="82055" y="0"/>
                  </a:moveTo>
                  <a:lnTo>
                    <a:pt x="1160421" y="0"/>
                  </a:lnTo>
                  <a:cubicBezTo>
                    <a:pt x="1182183" y="0"/>
                    <a:pt x="1203054" y="8645"/>
                    <a:pt x="1218442" y="24033"/>
                  </a:cubicBezTo>
                  <a:cubicBezTo>
                    <a:pt x="1233831" y="39422"/>
                    <a:pt x="1242476" y="60293"/>
                    <a:pt x="1242476" y="82055"/>
                  </a:cubicBezTo>
                  <a:lnTo>
                    <a:pt x="1242476" y="1224401"/>
                  </a:lnTo>
                  <a:cubicBezTo>
                    <a:pt x="1242476" y="1246164"/>
                    <a:pt x="1233831" y="1267035"/>
                    <a:pt x="1218442" y="1282423"/>
                  </a:cubicBezTo>
                  <a:cubicBezTo>
                    <a:pt x="1203054" y="1297811"/>
                    <a:pt x="1182183" y="1306456"/>
                    <a:pt x="1160421" y="1306456"/>
                  </a:cubicBezTo>
                  <a:lnTo>
                    <a:pt x="82055" y="1306456"/>
                  </a:lnTo>
                  <a:cubicBezTo>
                    <a:pt x="60293" y="1306456"/>
                    <a:pt x="39422" y="1297811"/>
                    <a:pt x="24033" y="1282423"/>
                  </a:cubicBezTo>
                  <a:cubicBezTo>
                    <a:pt x="8645" y="1267035"/>
                    <a:pt x="0" y="1246164"/>
                    <a:pt x="0" y="1224401"/>
                  </a:cubicBezTo>
                  <a:lnTo>
                    <a:pt x="0" y="82055"/>
                  </a:lnTo>
                  <a:cubicBezTo>
                    <a:pt x="0" y="60293"/>
                    <a:pt x="8645" y="39422"/>
                    <a:pt x="24033" y="24033"/>
                  </a:cubicBezTo>
                  <a:cubicBezTo>
                    <a:pt x="39422" y="8645"/>
                    <a:pt x="60293" y="0"/>
                    <a:pt x="8205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1242476" cy="1373131"/>
            </a:xfrm>
            <a:prstGeom prst="rect">
              <a:avLst/>
            </a:prstGeom>
          </p:spPr>
          <p:txBody>
            <a:bodyPr lIns="127000" tIns="127000" rIns="127000" bIns="127000" rtlCol="0" anchor="ctr"/>
            <a:lstStyle/>
            <a:p>
              <a:pPr algn="ctr">
                <a:lnSpc>
                  <a:spcPts val="15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52513" y="752475"/>
            <a:ext cx="7038975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spc="-68">
                <a:solidFill>
                  <a:srgbClr val="2C3E50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Upotreba FrameLayout-a u splash ekranima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89225" y="2099072"/>
            <a:ext cx="1980538" cy="1248793"/>
            <a:chOff x="0" y="-66675"/>
            <a:chExt cx="5281434" cy="3330114"/>
          </a:xfrm>
        </p:grpSpPr>
        <p:sp>
          <p:nvSpPr>
            <p:cNvPr id="16" name="TextBox 16"/>
            <p:cNvSpPr txBox="1"/>
            <p:nvPr/>
          </p:nvSpPr>
          <p:spPr>
            <a:xfrm>
              <a:off x="0" y="527648"/>
              <a:ext cx="5281434" cy="27357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sz="1200">
                  <a:solidFill>
                    <a:srgbClr val="2C3E50"/>
                  </a:solidFill>
                  <a:latin typeface="Codec Pro"/>
                  <a:ea typeface="Codec Pro"/>
                  <a:cs typeface="Codec Pro"/>
                  <a:sym typeface="Codec Pro"/>
                </a:rPr>
                <a:t>FrameLayout se često koristi za </a:t>
              </a:r>
              <a:r>
                <a:rPr lang="en-US" sz="1200" b="1">
                  <a:solidFill>
                    <a:srgbClr val="2C3E50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izradu splash ekrana</a:t>
              </a:r>
              <a:r>
                <a:rPr lang="en-US" sz="1200">
                  <a:solidFill>
                    <a:srgbClr val="2C3E50"/>
                  </a:solidFill>
                  <a:latin typeface="Codec Pro"/>
                  <a:ea typeface="Codec Pro"/>
                  <a:cs typeface="Codec Pro"/>
                  <a:sym typeface="Codec Pro"/>
                </a:rPr>
                <a:t>, omogućavajući brzo preklapanje elemenata poput logotipa i pozadine.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5281434" cy="559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sz="1200" b="1">
                  <a:solidFill>
                    <a:srgbClr val="2C3E50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Splash ekrani i loading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581731" y="2099072"/>
            <a:ext cx="1980538" cy="1453991"/>
            <a:chOff x="0" y="-66675"/>
            <a:chExt cx="5281434" cy="3877309"/>
          </a:xfrm>
        </p:grpSpPr>
        <p:sp>
          <p:nvSpPr>
            <p:cNvPr id="19" name="TextBox 19"/>
            <p:cNvSpPr txBox="1"/>
            <p:nvPr/>
          </p:nvSpPr>
          <p:spPr>
            <a:xfrm>
              <a:off x="0" y="527685"/>
              <a:ext cx="5281434" cy="32829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sz="1200">
                  <a:solidFill>
                    <a:srgbClr val="2C3E50"/>
                  </a:solidFill>
                  <a:latin typeface="Codec Pro"/>
                  <a:ea typeface="Codec Pro"/>
                  <a:cs typeface="Codec Pro"/>
                  <a:sym typeface="Codec Pro"/>
                </a:rPr>
                <a:t>Ovaj kontejner omogućava </a:t>
              </a:r>
              <a:r>
                <a:rPr lang="en-US" sz="1200" b="1">
                  <a:solidFill>
                    <a:srgbClr val="2C3E50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efikasno prekrivanje</a:t>
              </a:r>
              <a:r>
                <a:rPr lang="en-US" sz="1200">
                  <a:solidFill>
                    <a:srgbClr val="2C3E50"/>
                  </a:solidFill>
                  <a:latin typeface="Codec Pro"/>
                  <a:ea typeface="Codec Pro"/>
                  <a:cs typeface="Codec Pro"/>
                  <a:sym typeface="Codec Pro"/>
                </a:rPr>
                <a:t> vizuelnih elemenata, što je ključno za stvaranje atraktivnih splash ekran iskustava.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5281434" cy="559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sz="1200" b="1">
                  <a:solidFill>
                    <a:srgbClr val="2C3E50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Prekrivanje sadržaja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74238" y="2099072"/>
            <a:ext cx="1980538" cy="1248807"/>
            <a:chOff x="0" y="-66675"/>
            <a:chExt cx="5281434" cy="3330151"/>
          </a:xfrm>
        </p:grpSpPr>
        <p:sp>
          <p:nvSpPr>
            <p:cNvPr id="22" name="TextBox 22"/>
            <p:cNvSpPr txBox="1"/>
            <p:nvPr/>
          </p:nvSpPr>
          <p:spPr>
            <a:xfrm>
              <a:off x="0" y="527685"/>
              <a:ext cx="5281434" cy="27357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sz="1200">
                  <a:solidFill>
                    <a:srgbClr val="2C3E50"/>
                  </a:solidFill>
                  <a:latin typeface="Codec Pro"/>
                  <a:ea typeface="Codec Pro"/>
                  <a:cs typeface="Codec Pro"/>
                  <a:sym typeface="Codec Pro"/>
                </a:rPr>
                <a:t>Uz FrameLayout, lako je </a:t>
              </a:r>
              <a:r>
                <a:rPr lang="en-US" sz="1200" b="1">
                  <a:solidFill>
                    <a:srgbClr val="2C3E50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kontrolisati vidljivost</a:t>
              </a:r>
              <a:r>
                <a:rPr lang="en-US" sz="1200">
                  <a:solidFill>
                    <a:srgbClr val="2C3E50"/>
                  </a:solidFill>
                  <a:latin typeface="Codec Pro"/>
                  <a:ea typeface="Codec Pro"/>
                  <a:cs typeface="Codec Pro"/>
                  <a:sym typeface="Codec Pro"/>
                </a:rPr>
                <a:t> elemenata, omogućavajući prilagodbu prikaza tokom učitavanja aplikacije.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66675"/>
              <a:ext cx="5281434" cy="559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sz="1200" b="1">
                  <a:solidFill>
                    <a:srgbClr val="2C3E50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Kontrola vidljivosti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1856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375" y="333375"/>
            <a:ext cx="8477250" cy="4476750"/>
            <a:chOff x="0" y="0"/>
            <a:chExt cx="5734099" cy="302812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5669329" cy="2959540"/>
            </a:xfrm>
            <a:custGeom>
              <a:avLst/>
              <a:gdLst/>
              <a:ahLst/>
              <a:cxnLst/>
              <a:rect l="l" t="t" r="r" b="b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58B3F8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5734099" cy="3028120"/>
            </a:xfrm>
            <a:custGeom>
              <a:avLst/>
              <a:gdLst/>
              <a:ahLst/>
              <a:cxnLst/>
              <a:rect l="l" t="t" r="r" b="b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1052513" y="752475"/>
            <a:ext cx="7038975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spc="-68">
                <a:solidFill>
                  <a:srgbClr val="2C3E50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XML Primer FrameLayout-a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00113" y="1676400"/>
            <a:ext cx="4786078" cy="2686050"/>
            <a:chOff x="0" y="0"/>
            <a:chExt cx="1347420" cy="75620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47420" cy="756201"/>
            </a:xfrm>
            <a:custGeom>
              <a:avLst/>
              <a:gdLst/>
              <a:ahLst/>
              <a:cxnLst/>
              <a:rect l="l" t="t" r="r" b="b"/>
              <a:pathLst>
                <a:path w="1347420" h="756201">
                  <a:moveTo>
                    <a:pt x="40440" y="0"/>
                  </a:moveTo>
                  <a:lnTo>
                    <a:pt x="1306980" y="0"/>
                  </a:lnTo>
                  <a:cubicBezTo>
                    <a:pt x="1317705" y="0"/>
                    <a:pt x="1327991" y="4261"/>
                    <a:pt x="1335575" y="11845"/>
                  </a:cubicBezTo>
                  <a:cubicBezTo>
                    <a:pt x="1343159" y="19428"/>
                    <a:pt x="1347420" y="29714"/>
                    <a:pt x="1347420" y="40440"/>
                  </a:cubicBezTo>
                  <a:lnTo>
                    <a:pt x="1347420" y="715761"/>
                  </a:lnTo>
                  <a:cubicBezTo>
                    <a:pt x="1347420" y="726487"/>
                    <a:pt x="1343159" y="736773"/>
                    <a:pt x="1335575" y="744357"/>
                  </a:cubicBezTo>
                  <a:cubicBezTo>
                    <a:pt x="1327991" y="751940"/>
                    <a:pt x="1317705" y="756201"/>
                    <a:pt x="1306980" y="756201"/>
                  </a:cubicBezTo>
                  <a:lnTo>
                    <a:pt x="40440" y="756201"/>
                  </a:lnTo>
                  <a:cubicBezTo>
                    <a:pt x="18106" y="756201"/>
                    <a:pt x="0" y="738095"/>
                    <a:pt x="0" y="715761"/>
                  </a:cubicBezTo>
                  <a:lnTo>
                    <a:pt x="0" y="40440"/>
                  </a:lnTo>
                  <a:cubicBezTo>
                    <a:pt x="0" y="29714"/>
                    <a:pt x="4261" y="19428"/>
                    <a:pt x="11845" y="11845"/>
                  </a:cubicBezTo>
                  <a:cubicBezTo>
                    <a:pt x="19428" y="4261"/>
                    <a:pt x="29714" y="0"/>
                    <a:pt x="40440" y="0"/>
                  </a:cubicBezTo>
                  <a:close/>
                </a:path>
              </a:pathLst>
            </a:custGeom>
            <a:blipFill>
              <a:blip r:embed="rId2"/>
              <a:stretch>
                <a:fillRect l="-109" r="-109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86475" y="2695337"/>
            <a:ext cx="2157413" cy="633254"/>
            <a:chOff x="0" y="-66675"/>
            <a:chExt cx="5753100" cy="1688677"/>
          </a:xfrm>
        </p:grpSpPr>
        <p:sp>
          <p:nvSpPr>
            <p:cNvPr id="9" name="TextBox 9"/>
            <p:cNvSpPr txBox="1"/>
            <p:nvPr/>
          </p:nvSpPr>
          <p:spPr>
            <a:xfrm>
              <a:off x="0" y="527685"/>
              <a:ext cx="5753100" cy="10943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sz="1200">
                  <a:solidFill>
                    <a:srgbClr val="2C3E50"/>
                  </a:solidFill>
                  <a:latin typeface="Codec Pro"/>
                  <a:ea typeface="Codec Pro"/>
                  <a:cs typeface="Codec Pro"/>
                  <a:sym typeface="Codec Pro"/>
                </a:rPr>
                <a:t>Osnovni elementi za preklapanje sadržaja.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5753100" cy="559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sz="1200" b="1">
                  <a:solidFill>
                    <a:srgbClr val="2C3E50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Struktura FrameLayout-a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9824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375" y="333375"/>
            <a:ext cx="8477250" cy="4476750"/>
            <a:chOff x="0" y="0"/>
            <a:chExt cx="5734099" cy="302812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5669329" cy="2959540"/>
            </a:xfrm>
            <a:custGeom>
              <a:avLst/>
              <a:gdLst/>
              <a:ahLst/>
              <a:cxnLst/>
              <a:rect l="l" t="t" r="r" b="b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58B3F8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5734099" cy="3028120"/>
            </a:xfrm>
            <a:custGeom>
              <a:avLst/>
              <a:gdLst/>
              <a:ahLst/>
              <a:cxnLst/>
              <a:rect l="l" t="t" r="r" b="b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1052513" y="752475"/>
            <a:ext cx="7038975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spc="-68">
                <a:solidFill>
                  <a:srgbClr val="2C3E50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Render prikaz UI layout-a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00113" y="1676400"/>
            <a:ext cx="4786078" cy="2686050"/>
            <a:chOff x="0" y="0"/>
            <a:chExt cx="1347420" cy="75620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47420" cy="756201"/>
            </a:xfrm>
            <a:custGeom>
              <a:avLst/>
              <a:gdLst/>
              <a:ahLst/>
              <a:cxnLst/>
              <a:rect l="l" t="t" r="r" b="b"/>
              <a:pathLst>
                <a:path w="1347420" h="756201">
                  <a:moveTo>
                    <a:pt x="40440" y="0"/>
                  </a:moveTo>
                  <a:lnTo>
                    <a:pt x="1306980" y="0"/>
                  </a:lnTo>
                  <a:cubicBezTo>
                    <a:pt x="1317705" y="0"/>
                    <a:pt x="1327991" y="4261"/>
                    <a:pt x="1335575" y="11845"/>
                  </a:cubicBezTo>
                  <a:cubicBezTo>
                    <a:pt x="1343159" y="19428"/>
                    <a:pt x="1347420" y="29714"/>
                    <a:pt x="1347420" y="40440"/>
                  </a:cubicBezTo>
                  <a:lnTo>
                    <a:pt x="1347420" y="715761"/>
                  </a:lnTo>
                  <a:cubicBezTo>
                    <a:pt x="1347420" y="726487"/>
                    <a:pt x="1343159" y="736773"/>
                    <a:pt x="1335575" y="744357"/>
                  </a:cubicBezTo>
                  <a:cubicBezTo>
                    <a:pt x="1327991" y="751940"/>
                    <a:pt x="1317705" y="756201"/>
                    <a:pt x="1306980" y="756201"/>
                  </a:cubicBezTo>
                  <a:lnTo>
                    <a:pt x="40440" y="756201"/>
                  </a:lnTo>
                  <a:cubicBezTo>
                    <a:pt x="18106" y="756201"/>
                    <a:pt x="0" y="738095"/>
                    <a:pt x="0" y="715761"/>
                  </a:cubicBezTo>
                  <a:lnTo>
                    <a:pt x="0" y="40440"/>
                  </a:lnTo>
                  <a:cubicBezTo>
                    <a:pt x="0" y="29714"/>
                    <a:pt x="4261" y="19428"/>
                    <a:pt x="11845" y="11845"/>
                  </a:cubicBezTo>
                  <a:cubicBezTo>
                    <a:pt x="19428" y="4261"/>
                    <a:pt x="29714" y="0"/>
                    <a:pt x="40440" y="0"/>
                  </a:cubicBezTo>
                  <a:close/>
                </a:path>
              </a:pathLst>
            </a:custGeom>
            <a:blipFill>
              <a:blip r:embed="rId2"/>
              <a:stretch>
                <a:fillRect l="-109" r="-109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86475" y="2695337"/>
            <a:ext cx="2157413" cy="633254"/>
            <a:chOff x="0" y="-66675"/>
            <a:chExt cx="5753100" cy="1688677"/>
          </a:xfrm>
        </p:grpSpPr>
        <p:sp>
          <p:nvSpPr>
            <p:cNvPr id="9" name="TextBox 9"/>
            <p:cNvSpPr txBox="1"/>
            <p:nvPr/>
          </p:nvSpPr>
          <p:spPr>
            <a:xfrm>
              <a:off x="0" y="527685"/>
              <a:ext cx="5753100" cy="10943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sz="1200">
                  <a:solidFill>
                    <a:srgbClr val="2C3E50"/>
                  </a:solidFill>
                  <a:latin typeface="Codec Pro"/>
                  <a:ea typeface="Codec Pro"/>
                  <a:cs typeface="Codec Pro"/>
                  <a:sym typeface="Codec Pro"/>
                </a:rPr>
                <a:t>Prikaz slojeva, centriranja i margina.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5753100" cy="559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sz="1200" b="1">
                  <a:solidFill>
                    <a:srgbClr val="2C3E50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Slojevi elemenata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4200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375" y="333375"/>
            <a:ext cx="8477250" cy="4476750"/>
            <a:chOff x="0" y="0"/>
            <a:chExt cx="5734099" cy="302812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5669329" cy="2959540"/>
            </a:xfrm>
            <a:custGeom>
              <a:avLst/>
              <a:gdLst/>
              <a:ahLst/>
              <a:cxnLst/>
              <a:rect l="l" t="t" r="r" b="b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58B3F8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5734099" cy="3028120"/>
            </a:xfrm>
            <a:custGeom>
              <a:avLst/>
              <a:gdLst/>
              <a:ahLst/>
              <a:cxnLst/>
              <a:rect l="l" t="t" r="r" b="b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900113" y="1882225"/>
            <a:ext cx="2358762" cy="2480226"/>
            <a:chOff x="0" y="0"/>
            <a:chExt cx="1242476" cy="13064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42476" cy="1306456"/>
            </a:xfrm>
            <a:custGeom>
              <a:avLst/>
              <a:gdLst/>
              <a:ahLst/>
              <a:cxnLst/>
              <a:rect l="l" t="t" r="r" b="b"/>
              <a:pathLst>
                <a:path w="1242476" h="1306456">
                  <a:moveTo>
                    <a:pt x="82055" y="0"/>
                  </a:moveTo>
                  <a:lnTo>
                    <a:pt x="1160421" y="0"/>
                  </a:lnTo>
                  <a:cubicBezTo>
                    <a:pt x="1182183" y="0"/>
                    <a:pt x="1203054" y="8645"/>
                    <a:pt x="1218442" y="24033"/>
                  </a:cubicBezTo>
                  <a:cubicBezTo>
                    <a:pt x="1233831" y="39422"/>
                    <a:pt x="1242476" y="60293"/>
                    <a:pt x="1242476" y="82055"/>
                  </a:cubicBezTo>
                  <a:lnTo>
                    <a:pt x="1242476" y="1224401"/>
                  </a:lnTo>
                  <a:cubicBezTo>
                    <a:pt x="1242476" y="1246164"/>
                    <a:pt x="1233831" y="1267035"/>
                    <a:pt x="1218442" y="1282423"/>
                  </a:cubicBezTo>
                  <a:cubicBezTo>
                    <a:pt x="1203054" y="1297811"/>
                    <a:pt x="1182183" y="1306456"/>
                    <a:pt x="1160421" y="1306456"/>
                  </a:cubicBezTo>
                  <a:lnTo>
                    <a:pt x="82055" y="1306456"/>
                  </a:lnTo>
                  <a:cubicBezTo>
                    <a:pt x="60293" y="1306456"/>
                    <a:pt x="39422" y="1297811"/>
                    <a:pt x="24033" y="1282423"/>
                  </a:cubicBezTo>
                  <a:cubicBezTo>
                    <a:pt x="8645" y="1267035"/>
                    <a:pt x="0" y="1246164"/>
                    <a:pt x="0" y="1224401"/>
                  </a:cubicBezTo>
                  <a:lnTo>
                    <a:pt x="0" y="82055"/>
                  </a:lnTo>
                  <a:cubicBezTo>
                    <a:pt x="0" y="60293"/>
                    <a:pt x="8645" y="39422"/>
                    <a:pt x="24033" y="24033"/>
                  </a:cubicBezTo>
                  <a:cubicBezTo>
                    <a:pt x="39422" y="8645"/>
                    <a:pt x="60293" y="0"/>
                    <a:pt x="8205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242476" cy="1373131"/>
            </a:xfrm>
            <a:prstGeom prst="rect">
              <a:avLst/>
            </a:prstGeom>
          </p:spPr>
          <p:txBody>
            <a:bodyPr lIns="127000" tIns="127000" rIns="127000" bIns="127000" rtlCol="0" anchor="ctr"/>
            <a:lstStyle/>
            <a:p>
              <a:pPr algn="ctr">
                <a:lnSpc>
                  <a:spcPts val="15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392619" y="1882225"/>
            <a:ext cx="2358762" cy="2480226"/>
            <a:chOff x="0" y="0"/>
            <a:chExt cx="1242476" cy="13064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42476" cy="1306456"/>
            </a:xfrm>
            <a:custGeom>
              <a:avLst/>
              <a:gdLst/>
              <a:ahLst/>
              <a:cxnLst/>
              <a:rect l="l" t="t" r="r" b="b"/>
              <a:pathLst>
                <a:path w="1242476" h="1306456">
                  <a:moveTo>
                    <a:pt x="82055" y="0"/>
                  </a:moveTo>
                  <a:lnTo>
                    <a:pt x="1160421" y="0"/>
                  </a:lnTo>
                  <a:cubicBezTo>
                    <a:pt x="1182183" y="0"/>
                    <a:pt x="1203054" y="8645"/>
                    <a:pt x="1218442" y="24033"/>
                  </a:cubicBezTo>
                  <a:cubicBezTo>
                    <a:pt x="1233831" y="39422"/>
                    <a:pt x="1242476" y="60293"/>
                    <a:pt x="1242476" y="82055"/>
                  </a:cubicBezTo>
                  <a:lnTo>
                    <a:pt x="1242476" y="1224401"/>
                  </a:lnTo>
                  <a:cubicBezTo>
                    <a:pt x="1242476" y="1246164"/>
                    <a:pt x="1233831" y="1267035"/>
                    <a:pt x="1218442" y="1282423"/>
                  </a:cubicBezTo>
                  <a:cubicBezTo>
                    <a:pt x="1203054" y="1297811"/>
                    <a:pt x="1182183" y="1306456"/>
                    <a:pt x="1160421" y="1306456"/>
                  </a:cubicBezTo>
                  <a:lnTo>
                    <a:pt x="82055" y="1306456"/>
                  </a:lnTo>
                  <a:cubicBezTo>
                    <a:pt x="60293" y="1306456"/>
                    <a:pt x="39422" y="1297811"/>
                    <a:pt x="24033" y="1282423"/>
                  </a:cubicBezTo>
                  <a:cubicBezTo>
                    <a:pt x="8645" y="1267035"/>
                    <a:pt x="0" y="1246164"/>
                    <a:pt x="0" y="1224401"/>
                  </a:cubicBezTo>
                  <a:lnTo>
                    <a:pt x="0" y="82055"/>
                  </a:lnTo>
                  <a:cubicBezTo>
                    <a:pt x="0" y="60293"/>
                    <a:pt x="8645" y="39422"/>
                    <a:pt x="24033" y="24033"/>
                  </a:cubicBezTo>
                  <a:cubicBezTo>
                    <a:pt x="39422" y="8645"/>
                    <a:pt x="60293" y="0"/>
                    <a:pt x="8205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242476" cy="1373131"/>
            </a:xfrm>
            <a:prstGeom prst="rect">
              <a:avLst/>
            </a:prstGeom>
          </p:spPr>
          <p:txBody>
            <a:bodyPr lIns="127000" tIns="127000" rIns="127000" bIns="127000" rtlCol="0" anchor="ctr"/>
            <a:lstStyle/>
            <a:p>
              <a:pPr algn="ctr">
                <a:lnSpc>
                  <a:spcPts val="15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885126" y="1882225"/>
            <a:ext cx="2358762" cy="2480226"/>
            <a:chOff x="0" y="0"/>
            <a:chExt cx="1242476" cy="130645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42476" cy="1306456"/>
            </a:xfrm>
            <a:custGeom>
              <a:avLst/>
              <a:gdLst/>
              <a:ahLst/>
              <a:cxnLst/>
              <a:rect l="l" t="t" r="r" b="b"/>
              <a:pathLst>
                <a:path w="1242476" h="1306456">
                  <a:moveTo>
                    <a:pt x="82055" y="0"/>
                  </a:moveTo>
                  <a:lnTo>
                    <a:pt x="1160421" y="0"/>
                  </a:lnTo>
                  <a:cubicBezTo>
                    <a:pt x="1182183" y="0"/>
                    <a:pt x="1203054" y="8645"/>
                    <a:pt x="1218442" y="24033"/>
                  </a:cubicBezTo>
                  <a:cubicBezTo>
                    <a:pt x="1233831" y="39422"/>
                    <a:pt x="1242476" y="60293"/>
                    <a:pt x="1242476" y="82055"/>
                  </a:cubicBezTo>
                  <a:lnTo>
                    <a:pt x="1242476" y="1224401"/>
                  </a:lnTo>
                  <a:cubicBezTo>
                    <a:pt x="1242476" y="1246164"/>
                    <a:pt x="1233831" y="1267035"/>
                    <a:pt x="1218442" y="1282423"/>
                  </a:cubicBezTo>
                  <a:cubicBezTo>
                    <a:pt x="1203054" y="1297811"/>
                    <a:pt x="1182183" y="1306456"/>
                    <a:pt x="1160421" y="1306456"/>
                  </a:cubicBezTo>
                  <a:lnTo>
                    <a:pt x="82055" y="1306456"/>
                  </a:lnTo>
                  <a:cubicBezTo>
                    <a:pt x="60293" y="1306456"/>
                    <a:pt x="39422" y="1297811"/>
                    <a:pt x="24033" y="1282423"/>
                  </a:cubicBezTo>
                  <a:cubicBezTo>
                    <a:pt x="8645" y="1267035"/>
                    <a:pt x="0" y="1246164"/>
                    <a:pt x="0" y="1224401"/>
                  </a:cubicBezTo>
                  <a:lnTo>
                    <a:pt x="0" y="82055"/>
                  </a:lnTo>
                  <a:cubicBezTo>
                    <a:pt x="0" y="60293"/>
                    <a:pt x="8645" y="39422"/>
                    <a:pt x="24033" y="24033"/>
                  </a:cubicBezTo>
                  <a:cubicBezTo>
                    <a:pt x="39422" y="8645"/>
                    <a:pt x="60293" y="0"/>
                    <a:pt x="8205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1242476" cy="1373131"/>
            </a:xfrm>
            <a:prstGeom prst="rect">
              <a:avLst/>
            </a:prstGeom>
          </p:spPr>
          <p:txBody>
            <a:bodyPr lIns="127000" tIns="127000" rIns="127000" bIns="127000" rtlCol="0" anchor="ctr"/>
            <a:lstStyle/>
            <a:p>
              <a:pPr algn="ctr">
                <a:lnSpc>
                  <a:spcPts val="15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52513" y="752475"/>
            <a:ext cx="7038975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spc="-68">
                <a:solidFill>
                  <a:srgbClr val="2C3E50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Primer preklapanja elemenata u FrameLayout-u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89225" y="2099072"/>
            <a:ext cx="1980538" cy="1248793"/>
            <a:chOff x="0" y="-66675"/>
            <a:chExt cx="5281434" cy="3330115"/>
          </a:xfrm>
        </p:grpSpPr>
        <p:sp>
          <p:nvSpPr>
            <p:cNvPr id="16" name="TextBox 16"/>
            <p:cNvSpPr txBox="1"/>
            <p:nvPr/>
          </p:nvSpPr>
          <p:spPr>
            <a:xfrm>
              <a:off x="0" y="527648"/>
              <a:ext cx="5281434" cy="2735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sz="1200">
                  <a:solidFill>
                    <a:srgbClr val="2C3E50"/>
                  </a:solidFill>
                  <a:latin typeface="Codec Pro"/>
                  <a:ea typeface="Codec Pro"/>
                  <a:cs typeface="Codec Pro"/>
                  <a:sym typeface="Codec Pro"/>
                </a:rPr>
                <a:t>U FrameLayout-u, redosled child elemenata određuje koji se element prikazuje na vrhu, što je ključno za preklapanje.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5281434" cy="559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sz="1200" b="1">
                  <a:solidFill>
                    <a:srgbClr val="2C3E50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Redosled child elemenata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581731" y="2099072"/>
            <a:ext cx="1980538" cy="1448832"/>
            <a:chOff x="0" y="-66675"/>
            <a:chExt cx="5281434" cy="3863552"/>
          </a:xfrm>
        </p:grpSpPr>
        <p:sp>
          <p:nvSpPr>
            <p:cNvPr id="19" name="TextBox 19"/>
            <p:cNvSpPr txBox="1"/>
            <p:nvPr/>
          </p:nvSpPr>
          <p:spPr>
            <a:xfrm>
              <a:off x="0" y="1061085"/>
              <a:ext cx="5281434" cy="2735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sz="1200">
                  <a:solidFill>
                    <a:srgbClr val="2C3E50"/>
                  </a:solidFill>
                  <a:latin typeface="Codec Pro"/>
                  <a:ea typeface="Codec Pro"/>
                  <a:cs typeface="Codec Pro"/>
                  <a:sym typeface="Codec Pro"/>
                </a:rPr>
                <a:t>Foreground elementi se prikazuju iznad background elemenata, omogućavajući kreiranje složenih vizuelnih efekata i interakcija.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5281434" cy="10928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sz="1200" b="1">
                  <a:solidFill>
                    <a:srgbClr val="2C3E50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Uloga foreground i background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74238" y="2099072"/>
            <a:ext cx="1980538" cy="1453991"/>
            <a:chOff x="0" y="-66675"/>
            <a:chExt cx="5281434" cy="3877308"/>
          </a:xfrm>
        </p:grpSpPr>
        <p:sp>
          <p:nvSpPr>
            <p:cNvPr id="22" name="TextBox 22"/>
            <p:cNvSpPr txBox="1"/>
            <p:nvPr/>
          </p:nvSpPr>
          <p:spPr>
            <a:xfrm>
              <a:off x="0" y="527685"/>
              <a:ext cx="5281434" cy="32829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sz="1200">
                  <a:solidFill>
                    <a:srgbClr val="2C3E50"/>
                  </a:solidFill>
                  <a:latin typeface="Codec Pro"/>
                  <a:ea typeface="Codec Pro"/>
                  <a:cs typeface="Codec Pro"/>
                  <a:sym typeface="Codec Pro"/>
                </a:rPr>
                <a:t>Preklapanje omogućava jednostavno stvaranje slojeva unutar korisničkog interfejsa, čime se olakšava dizajn jednostavnih i privlačnih prikaza.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66675"/>
              <a:ext cx="5281434" cy="559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sz="1200" b="1">
                  <a:solidFill>
                    <a:srgbClr val="2C3E50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Primena preklapanja u UI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344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375" y="333375"/>
            <a:ext cx="8477250" cy="4476750"/>
            <a:chOff x="0" y="0"/>
            <a:chExt cx="5734099" cy="302812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5669329" cy="2959540"/>
            </a:xfrm>
            <a:custGeom>
              <a:avLst/>
              <a:gdLst/>
              <a:ahLst/>
              <a:cxnLst/>
              <a:rect l="l" t="t" r="r" b="b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58B3F8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5734099" cy="3028120"/>
            </a:xfrm>
            <a:custGeom>
              <a:avLst/>
              <a:gdLst/>
              <a:ahLst/>
              <a:cxnLst/>
              <a:rect l="l" t="t" r="r" b="b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900074" y="1676400"/>
            <a:ext cx="1707379" cy="1615672"/>
            <a:chOff x="0" y="0"/>
            <a:chExt cx="474381" cy="44890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74381" cy="448901"/>
            </a:xfrm>
            <a:custGeom>
              <a:avLst/>
              <a:gdLst/>
              <a:ahLst/>
              <a:cxnLst/>
              <a:rect l="l" t="t" r="r" b="b"/>
              <a:pathLst>
                <a:path w="474381" h="448901">
                  <a:moveTo>
                    <a:pt x="113360" y="0"/>
                  </a:moveTo>
                  <a:lnTo>
                    <a:pt x="361021" y="0"/>
                  </a:lnTo>
                  <a:cubicBezTo>
                    <a:pt x="423628" y="0"/>
                    <a:pt x="474381" y="50753"/>
                    <a:pt x="474381" y="113360"/>
                  </a:cubicBezTo>
                  <a:lnTo>
                    <a:pt x="474381" y="335541"/>
                  </a:lnTo>
                  <a:cubicBezTo>
                    <a:pt x="474381" y="365606"/>
                    <a:pt x="462437" y="394439"/>
                    <a:pt x="441178" y="415698"/>
                  </a:cubicBezTo>
                  <a:cubicBezTo>
                    <a:pt x="419919" y="436958"/>
                    <a:pt x="391086" y="448901"/>
                    <a:pt x="361021" y="448901"/>
                  </a:cubicBezTo>
                  <a:lnTo>
                    <a:pt x="113360" y="448901"/>
                  </a:lnTo>
                  <a:cubicBezTo>
                    <a:pt x="83295" y="448901"/>
                    <a:pt x="54461" y="436958"/>
                    <a:pt x="33202" y="415698"/>
                  </a:cubicBezTo>
                  <a:cubicBezTo>
                    <a:pt x="11943" y="394439"/>
                    <a:pt x="0" y="365606"/>
                    <a:pt x="0" y="335541"/>
                  </a:cubicBezTo>
                  <a:lnTo>
                    <a:pt x="0" y="113360"/>
                  </a:lnTo>
                  <a:cubicBezTo>
                    <a:pt x="0" y="83295"/>
                    <a:pt x="11943" y="54461"/>
                    <a:pt x="33202" y="33202"/>
                  </a:cubicBezTo>
                  <a:cubicBezTo>
                    <a:pt x="54461" y="11943"/>
                    <a:pt x="83295" y="0"/>
                    <a:pt x="113360" y="0"/>
                  </a:cubicBezTo>
                  <a:close/>
                </a:path>
              </a:pathLst>
            </a:custGeom>
            <a:blipFill>
              <a:blip r:embed="rId2"/>
              <a:stretch>
                <a:fillRect l="-200" r="-20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2761876" y="1676400"/>
            <a:ext cx="1732914" cy="1615672"/>
            <a:chOff x="0" y="0"/>
            <a:chExt cx="481475" cy="44890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1475" cy="448901"/>
            </a:xfrm>
            <a:custGeom>
              <a:avLst/>
              <a:gdLst/>
              <a:ahLst/>
              <a:cxnLst/>
              <a:rect l="l" t="t" r="r" b="b"/>
              <a:pathLst>
                <a:path w="481475" h="448901">
                  <a:moveTo>
                    <a:pt x="111689" y="0"/>
                  </a:moveTo>
                  <a:lnTo>
                    <a:pt x="369786" y="0"/>
                  </a:lnTo>
                  <a:cubicBezTo>
                    <a:pt x="431470" y="0"/>
                    <a:pt x="481475" y="50005"/>
                    <a:pt x="481475" y="111689"/>
                  </a:cubicBezTo>
                  <a:lnTo>
                    <a:pt x="481475" y="337211"/>
                  </a:lnTo>
                  <a:cubicBezTo>
                    <a:pt x="481475" y="398896"/>
                    <a:pt x="431470" y="448901"/>
                    <a:pt x="369786" y="448901"/>
                  </a:cubicBezTo>
                  <a:lnTo>
                    <a:pt x="111689" y="448901"/>
                  </a:lnTo>
                  <a:cubicBezTo>
                    <a:pt x="50005" y="448901"/>
                    <a:pt x="0" y="398896"/>
                    <a:pt x="0" y="337211"/>
                  </a:cubicBezTo>
                  <a:lnTo>
                    <a:pt x="0" y="111689"/>
                  </a:lnTo>
                  <a:cubicBezTo>
                    <a:pt x="0" y="50005"/>
                    <a:pt x="50005" y="0"/>
                    <a:pt x="111689" y="0"/>
                  </a:cubicBezTo>
                  <a:close/>
                </a:path>
              </a:pathLst>
            </a:custGeom>
            <a:blipFill>
              <a:blip r:embed="rId3"/>
              <a:stretch>
                <a:fillRect l="-58" r="-58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649212" y="1676400"/>
            <a:ext cx="1729699" cy="1615672"/>
            <a:chOff x="0" y="0"/>
            <a:chExt cx="480582" cy="44890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0582" cy="448901"/>
            </a:xfrm>
            <a:custGeom>
              <a:avLst/>
              <a:gdLst/>
              <a:ahLst/>
              <a:cxnLst/>
              <a:rect l="l" t="t" r="r" b="b"/>
              <a:pathLst>
                <a:path w="480582" h="448901">
                  <a:moveTo>
                    <a:pt x="111897" y="0"/>
                  </a:moveTo>
                  <a:lnTo>
                    <a:pt x="368685" y="0"/>
                  </a:lnTo>
                  <a:cubicBezTo>
                    <a:pt x="398362" y="0"/>
                    <a:pt x="426824" y="11789"/>
                    <a:pt x="447808" y="32774"/>
                  </a:cubicBezTo>
                  <a:cubicBezTo>
                    <a:pt x="468793" y="53759"/>
                    <a:pt x="480582" y="82220"/>
                    <a:pt x="480582" y="111897"/>
                  </a:cubicBezTo>
                  <a:lnTo>
                    <a:pt x="480582" y="337004"/>
                  </a:lnTo>
                  <a:cubicBezTo>
                    <a:pt x="480582" y="366681"/>
                    <a:pt x="468793" y="395142"/>
                    <a:pt x="447808" y="416127"/>
                  </a:cubicBezTo>
                  <a:cubicBezTo>
                    <a:pt x="426824" y="437112"/>
                    <a:pt x="398362" y="448901"/>
                    <a:pt x="368685" y="448901"/>
                  </a:cubicBezTo>
                  <a:lnTo>
                    <a:pt x="111897" y="448901"/>
                  </a:lnTo>
                  <a:cubicBezTo>
                    <a:pt x="82220" y="448901"/>
                    <a:pt x="53759" y="437112"/>
                    <a:pt x="32774" y="416127"/>
                  </a:cubicBezTo>
                  <a:cubicBezTo>
                    <a:pt x="11789" y="395142"/>
                    <a:pt x="0" y="366681"/>
                    <a:pt x="0" y="337004"/>
                  </a:cubicBezTo>
                  <a:lnTo>
                    <a:pt x="0" y="111897"/>
                  </a:lnTo>
                  <a:cubicBezTo>
                    <a:pt x="0" y="82220"/>
                    <a:pt x="11789" y="53759"/>
                    <a:pt x="32774" y="32774"/>
                  </a:cubicBezTo>
                  <a:cubicBezTo>
                    <a:pt x="53759" y="11789"/>
                    <a:pt x="82220" y="0"/>
                    <a:pt x="111897" y="0"/>
                  </a:cubicBezTo>
                  <a:close/>
                </a:path>
              </a:pathLst>
            </a:custGeom>
            <a:blipFill>
              <a:blip r:embed="rId4"/>
              <a:stretch>
                <a:fillRect l="-151" r="-151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533333" y="1676400"/>
            <a:ext cx="1710554" cy="1615672"/>
            <a:chOff x="0" y="0"/>
            <a:chExt cx="475263" cy="44890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75263" cy="448901"/>
            </a:xfrm>
            <a:custGeom>
              <a:avLst/>
              <a:gdLst/>
              <a:ahLst/>
              <a:cxnLst/>
              <a:rect l="l" t="t" r="r" b="b"/>
              <a:pathLst>
                <a:path w="475263" h="448901">
                  <a:moveTo>
                    <a:pt x="113149" y="0"/>
                  </a:moveTo>
                  <a:lnTo>
                    <a:pt x="362114" y="0"/>
                  </a:lnTo>
                  <a:cubicBezTo>
                    <a:pt x="424604" y="0"/>
                    <a:pt x="475263" y="50659"/>
                    <a:pt x="475263" y="113149"/>
                  </a:cubicBezTo>
                  <a:lnTo>
                    <a:pt x="475263" y="335751"/>
                  </a:lnTo>
                  <a:cubicBezTo>
                    <a:pt x="475263" y="365760"/>
                    <a:pt x="463342" y="394540"/>
                    <a:pt x="442122" y="415760"/>
                  </a:cubicBezTo>
                  <a:cubicBezTo>
                    <a:pt x="420903" y="436980"/>
                    <a:pt x="392123" y="448901"/>
                    <a:pt x="362114" y="448901"/>
                  </a:cubicBezTo>
                  <a:lnTo>
                    <a:pt x="113149" y="448901"/>
                  </a:lnTo>
                  <a:cubicBezTo>
                    <a:pt x="50659" y="448901"/>
                    <a:pt x="0" y="398242"/>
                    <a:pt x="0" y="335751"/>
                  </a:cubicBezTo>
                  <a:lnTo>
                    <a:pt x="0" y="113149"/>
                  </a:lnTo>
                  <a:cubicBezTo>
                    <a:pt x="0" y="50659"/>
                    <a:pt x="50659" y="0"/>
                    <a:pt x="113149" y="0"/>
                  </a:cubicBezTo>
                  <a:close/>
                </a:path>
              </a:pathLst>
            </a:custGeom>
            <a:blipFill>
              <a:blip r:embed="rId5"/>
              <a:stretch>
                <a:fillRect l="-107" r="-107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023483" y="3442070"/>
            <a:ext cx="1438275" cy="838438"/>
            <a:chOff x="0" y="-66675"/>
            <a:chExt cx="3835400" cy="2235834"/>
          </a:xfrm>
        </p:grpSpPr>
        <p:sp>
          <p:nvSpPr>
            <p:cNvPr id="14" name="TextBox 14"/>
            <p:cNvSpPr txBox="1"/>
            <p:nvPr/>
          </p:nvSpPr>
          <p:spPr>
            <a:xfrm>
              <a:off x="0" y="527685"/>
              <a:ext cx="3835400" cy="1641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60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2C3E50"/>
                  </a:solidFill>
                  <a:latin typeface="Codec Pro"/>
                  <a:ea typeface="Codec Pro"/>
                  <a:cs typeface="Codec Pro"/>
                  <a:sym typeface="Codec Pro"/>
                </a:rPr>
                <a:t>Ideal for layering multiple UI components.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3835400" cy="559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60"/>
                </a:lnSpc>
                <a:spcBef>
                  <a:spcPct val="0"/>
                </a:spcBef>
              </a:pPr>
              <a:r>
                <a:rPr lang="en-US" sz="1200" b="1">
                  <a:solidFill>
                    <a:srgbClr val="2C3E50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Overlay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908955" y="3442097"/>
            <a:ext cx="1438275" cy="838438"/>
            <a:chOff x="0" y="-66675"/>
            <a:chExt cx="3835400" cy="2235834"/>
          </a:xfrm>
        </p:grpSpPr>
        <p:sp>
          <p:nvSpPr>
            <p:cNvPr id="17" name="TextBox 17"/>
            <p:cNvSpPr txBox="1"/>
            <p:nvPr/>
          </p:nvSpPr>
          <p:spPr>
            <a:xfrm>
              <a:off x="0" y="527685"/>
              <a:ext cx="3835400" cy="1641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60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2C3E50"/>
                  </a:solidFill>
                  <a:latin typeface="Codec Pro"/>
                  <a:ea typeface="Codec Pro"/>
                  <a:cs typeface="Codec Pro"/>
                  <a:sym typeface="Codec Pro"/>
                </a:rPr>
                <a:t>Perfect for straightforward and clean designs.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3835400" cy="559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60"/>
                </a:lnSpc>
                <a:spcBef>
                  <a:spcPct val="0"/>
                </a:spcBef>
              </a:pPr>
              <a:r>
                <a:rPr lang="en-US" sz="1200" b="1">
                  <a:solidFill>
                    <a:srgbClr val="2C3E50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Simple UI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794427" y="3442097"/>
            <a:ext cx="1438275" cy="838438"/>
            <a:chOff x="0" y="-66675"/>
            <a:chExt cx="3835400" cy="2235834"/>
          </a:xfrm>
        </p:grpSpPr>
        <p:sp>
          <p:nvSpPr>
            <p:cNvPr id="20" name="TextBox 20"/>
            <p:cNvSpPr txBox="1"/>
            <p:nvPr/>
          </p:nvSpPr>
          <p:spPr>
            <a:xfrm>
              <a:off x="0" y="527685"/>
              <a:ext cx="3835400" cy="1641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60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2C3E50"/>
                  </a:solidFill>
                  <a:latin typeface="Codec Pro"/>
                  <a:ea typeface="Codec Pro"/>
                  <a:cs typeface="Codec Pro"/>
                  <a:sym typeface="Codec Pro"/>
                </a:rPr>
                <a:t>Best used when layout does not require depth.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66675"/>
              <a:ext cx="3835400" cy="559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60"/>
                </a:lnSpc>
                <a:spcBef>
                  <a:spcPct val="0"/>
                </a:spcBef>
              </a:pPr>
              <a:r>
                <a:rPr lang="en-US" sz="1200" b="1">
                  <a:solidFill>
                    <a:srgbClr val="2C3E50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No Complexity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682295" y="3442097"/>
            <a:ext cx="1438275" cy="833279"/>
            <a:chOff x="0" y="-66675"/>
            <a:chExt cx="3835400" cy="2222077"/>
          </a:xfrm>
        </p:grpSpPr>
        <p:sp>
          <p:nvSpPr>
            <p:cNvPr id="23" name="TextBox 23"/>
            <p:cNvSpPr txBox="1"/>
            <p:nvPr/>
          </p:nvSpPr>
          <p:spPr>
            <a:xfrm>
              <a:off x="0" y="1061085"/>
              <a:ext cx="3835400" cy="10943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60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2C3E50"/>
                  </a:solidFill>
                  <a:latin typeface="Codec Pro"/>
                  <a:ea typeface="Codec Pro"/>
                  <a:cs typeface="Codec Pro"/>
                  <a:sym typeface="Codec Pro"/>
                </a:rPr>
                <a:t>Easy to set up with minimal XML code.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66675"/>
              <a:ext cx="3835400" cy="10928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60"/>
                </a:lnSpc>
                <a:spcBef>
                  <a:spcPct val="0"/>
                </a:spcBef>
              </a:pPr>
              <a:r>
                <a:rPr lang="en-US" sz="1200" b="1">
                  <a:solidFill>
                    <a:srgbClr val="2C3E50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Quick Implementation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052513" y="752475"/>
            <a:ext cx="7038975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spc="-68">
                <a:solidFill>
                  <a:srgbClr val="2C3E50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Kada koristiti FrameLayout</a:t>
            </a:r>
          </a:p>
        </p:txBody>
      </p:sp>
    </p:spTree>
    <p:extLst>
      <p:ext uri="{BB962C8B-B14F-4D97-AF65-F5344CB8AC3E}">
        <p14:creationId xmlns:p14="http://schemas.microsoft.com/office/powerpoint/2010/main" val="2481631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2514600" y="333375"/>
            <a:ext cx="6296025" cy="9525"/>
          </a:xfrm>
          <a:prstGeom prst="line">
            <a:avLst/>
          </a:prstGeom>
          <a:ln w="28575" cap="flat">
            <a:solidFill>
              <a:srgbClr val="2A3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333375" y="342900"/>
            <a:ext cx="1285875" cy="1292928"/>
          </a:xfrm>
          <a:custGeom>
            <a:avLst/>
            <a:gdLst/>
            <a:ahLst/>
            <a:cxnLst/>
            <a:rect l="l" t="t" r="r" b="b"/>
            <a:pathLst>
              <a:path w="2571750" h="2585855">
                <a:moveTo>
                  <a:pt x="0" y="0"/>
                </a:moveTo>
                <a:lnTo>
                  <a:pt x="2571750" y="0"/>
                </a:lnTo>
                <a:lnTo>
                  <a:pt x="2571750" y="2585855"/>
                </a:lnTo>
                <a:lnTo>
                  <a:pt x="0" y="2585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33375" y="4249738"/>
            <a:ext cx="8477250" cy="560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50"/>
              </a:lnSpc>
            </a:pPr>
            <a:r>
              <a:rPr lang="en-US" sz="4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ca Two"/>
                <a:sym typeface="Roca Two"/>
              </a:rPr>
              <a:t>Ključni koncepti FrameLayout-a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490787" y="589949"/>
            <a:ext cx="2005013" cy="947555"/>
            <a:chOff x="0" y="-38101"/>
            <a:chExt cx="5346700" cy="2526812"/>
          </a:xfrm>
        </p:grpSpPr>
        <p:sp>
          <p:nvSpPr>
            <p:cNvPr id="6" name="TextBox 6"/>
            <p:cNvSpPr txBox="1"/>
            <p:nvPr/>
          </p:nvSpPr>
          <p:spPr>
            <a:xfrm>
              <a:off x="0" y="-38101"/>
              <a:ext cx="5346700" cy="5129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470"/>
                </a:lnSpc>
                <a:spcBef>
                  <a:spcPct val="0"/>
                </a:spcBef>
              </a:pPr>
              <a:r>
                <a:rPr lang="en-US" sz="1100" b="1" spc="11">
                  <a:solidFill>
                    <a:srgbClr val="5A738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Preklapanje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710448"/>
              <a:ext cx="5346700" cy="17782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60"/>
                </a:lnSpc>
              </a:pPr>
              <a:r>
                <a:rPr lang="en-US" sz="900" spc="18">
                  <a:solidFill>
                    <a:srgbClr val="2A3A4A"/>
                  </a:solidFill>
                  <a:latin typeface="Be Vietnam"/>
                  <a:ea typeface="Be Vietnam"/>
                  <a:cs typeface="Be Vietnam"/>
                  <a:sym typeface="Be Vietnam"/>
                </a:rPr>
                <a:t>FrameLayout omogućava efikasno </a:t>
              </a:r>
              <a:r>
                <a:rPr lang="en-US" sz="900" b="1" spc="18">
                  <a:solidFill>
                    <a:srgbClr val="2A3A4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preklapanje</a:t>
              </a:r>
              <a:r>
                <a:rPr lang="en-US" sz="900" spc="18">
                  <a:solidFill>
                    <a:srgbClr val="2A3A4A"/>
                  </a:solidFill>
                  <a:latin typeface="Be Vietnam"/>
                  <a:ea typeface="Be Vietnam"/>
                  <a:cs typeface="Be Vietnam"/>
                  <a:sym typeface="Be Vietnam"/>
                </a:rPr>
                <a:t> view elemenata, što omogućava dinamično kreiranje slojevitih prikaza.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490787" y="2118642"/>
            <a:ext cx="2005013" cy="947555"/>
            <a:chOff x="0" y="-38101"/>
            <a:chExt cx="5346700" cy="2526812"/>
          </a:xfrm>
        </p:grpSpPr>
        <p:sp>
          <p:nvSpPr>
            <p:cNvPr id="9" name="TextBox 9"/>
            <p:cNvSpPr txBox="1"/>
            <p:nvPr/>
          </p:nvSpPr>
          <p:spPr>
            <a:xfrm>
              <a:off x="0" y="-38101"/>
              <a:ext cx="5346700" cy="5129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470"/>
                </a:lnSpc>
                <a:spcBef>
                  <a:spcPct val="0"/>
                </a:spcBef>
              </a:pPr>
              <a:r>
                <a:rPr lang="en-US" sz="1100" b="1" spc="11">
                  <a:solidFill>
                    <a:srgbClr val="5A738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Kontrola vidljivosti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710448"/>
              <a:ext cx="5346700" cy="17782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60"/>
                </a:lnSpc>
              </a:pPr>
              <a:r>
                <a:rPr lang="en-US" sz="900" spc="18">
                  <a:solidFill>
                    <a:srgbClr val="2A3A4A"/>
                  </a:solidFill>
                  <a:latin typeface="Be Vietnam"/>
                  <a:ea typeface="Be Vietnam"/>
                  <a:cs typeface="Be Vietnam"/>
                  <a:sym typeface="Be Vietnam"/>
                </a:rPr>
                <a:t>Sa FrameLayout-om, lako je kontrolisati </a:t>
              </a:r>
              <a:r>
                <a:rPr lang="en-US" sz="900" b="1" spc="18">
                  <a:solidFill>
                    <a:srgbClr val="2A3A4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vidljivost</a:t>
              </a:r>
              <a:r>
                <a:rPr lang="en-US" sz="900" spc="18">
                  <a:solidFill>
                    <a:srgbClr val="2A3A4A"/>
                  </a:solidFill>
                  <a:latin typeface="Be Vietnam"/>
                  <a:ea typeface="Be Vietnam"/>
                  <a:cs typeface="Be Vietnam"/>
                  <a:sym typeface="Be Vietnam"/>
                </a:rPr>
                <a:t> elemenata, što pojednostavljuje upravljanje korisničkim interfejsom.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648200" y="589949"/>
            <a:ext cx="2005013" cy="947555"/>
            <a:chOff x="0" y="-38101"/>
            <a:chExt cx="5346700" cy="2526812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38101"/>
              <a:ext cx="5346700" cy="5129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470"/>
                </a:lnSpc>
                <a:spcBef>
                  <a:spcPct val="0"/>
                </a:spcBef>
              </a:pPr>
              <a:r>
                <a:rPr lang="en-US" sz="1100" b="1" spc="11">
                  <a:solidFill>
                    <a:srgbClr val="5A738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Fleksibilnost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710448"/>
              <a:ext cx="5346700" cy="17782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60"/>
                </a:lnSpc>
                <a:spcBef>
                  <a:spcPct val="0"/>
                </a:spcBef>
              </a:pPr>
              <a:r>
                <a:rPr lang="en-US" sz="900" spc="18">
                  <a:solidFill>
                    <a:srgbClr val="2A3A4A"/>
                  </a:solidFill>
                  <a:latin typeface="Be Vietnam"/>
                  <a:ea typeface="Be Vietnam"/>
                  <a:cs typeface="Be Vietnam"/>
                  <a:sym typeface="Be Vietnam"/>
                </a:rPr>
                <a:t>Idealno je za korišćenje u aplikacijama gde su potrebni </a:t>
              </a:r>
              <a:r>
                <a:rPr lang="en-US" sz="900" b="1" spc="18">
                  <a:solidFill>
                    <a:srgbClr val="2A3A4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preklapajući sadržaji</a:t>
              </a:r>
              <a:r>
                <a:rPr lang="en-US" sz="900" spc="18">
                  <a:solidFill>
                    <a:srgbClr val="2A3A4A"/>
                  </a:solidFill>
                  <a:latin typeface="Be Vietnam"/>
                  <a:ea typeface="Be Vietnam"/>
                  <a:cs typeface="Be Vietnam"/>
                  <a:sym typeface="Be Vietnam"/>
                </a:rPr>
                <a:t> kao što su splash ekrani ili overlay.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648200" y="2118642"/>
            <a:ext cx="2005013" cy="947555"/>
            <a:chOff x="0" y="-38101"/>
            <a:chExt cx="5346700" cy="2526812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38101"/>
              <a:ext cx="5346700" cy="5129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470"/>
                </a:lnSpc>
                <a:spcBef>
                  <a:spcPct val="0"/>
                </a:spcBef>
              </a:pPr>
              <a:r>
                <a:rPr lang="en-US" sz="1100" b="1" spc="11">
                  <a:solidFill>
                    <a:srgbClr val="5A738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Slojevi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710448"/>
              <a:ext cx="5346700" cy="17782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60"/>
                </a:lnSpc>
                <a:spcBef>
                  <a:spcPct val="0"/>
                </a:spcBef>
              </a:pPr>
              <a:r>
                <a:rPr lang="en-US" sz="900" spc="18">
                  <a:solidFill>
                    <a:srgbClr val="2A3A4A"/>
                  </a:solidFill>
                  <a:latin typeface="Be Vietnam"/>
                  <a:ea typeface="Be Vietnam"/>
                  <a:cs typeface="Be Vietnam"/>
                  <a:sym typeface="Be Vietnam"/>
                </a:rPr>
                <a:t>Redosled dodavanja view elemenata određuje koji je </a:t>
              </a:r>
              <a:r>
                <a:rPr lang="en-US" sz="900" b="1" spc="18">
                  <a:solidFill>
                    <a:srgbClr val="2A3A4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element na vrhu</a:t>
              </a:r>
              <a:r>
                <a:rPr lang="en-US" sz="900" spc="18">
                  <a:solidFill>
                    <a:srgbClr val="2A3A4A"/>
                  </a:solidFill>
                  <a:latin typeface="Be Vietnam"/>
                  <a:ea typeface="Be Vietnam"/>
                  <a:cs typeface="Be Vietnam"/>
                  <a:sym typeface="Be Vietnam"/>
                </a:rPr>
                <a:t>, omogućavajući preciznu kontrolu prikaza.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05613" y="589949"/>
            <a:ext cx="2005013" cy="947555"/>
            <a:chOff x="0" y="-38101"/>
            <a:chExt cx="5346700" cy="2526812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38101"/>
              <a:ext cx="5346700" cy="5129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470"/>
                </a:lnSpc>
                <a:spcBef>
                  <a:spcPct val="0"/>
                </a:spcBef>
              </a:pPr>
              <a:r>
                <a:rPr lang="en-US" sz="1100" b="1" spc="11">
                  <a:solidFill>
                    <a:srgbClr val="5A738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Jednostavna struktura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710448"/>
              <a:ext cx="5346700" cy="17782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60"/>
                </a:lnSpc>
                <a:spcBef>
                  <a:spcPct val="0"/>
                </a:spcBef>
              </a:pPr>
              <a:r>
                <a:rPr lang="en-US" sz="900" spc="18">
                  <a:solidFill>
                    <a:srgbClr val="2A3A4A"/>
                  </a:solidFill>
                  <a:latin typeface="Be Vietnam"/>
                  <a:ea typeface="Be Vietnam"/>
                  <a:cs typeface="Be Vietnam"/>
                  <a:sym typeface="Be Vietnam"/>
                </a:rPr>
                <a:t>XML definicija FrameLayout-a je </a:t>
              </a:r>
              <a:r>
                <a:rPr lang="en-US" sz="900" b="1" spc="18">
                  <a:solidFill>
                    <a:srgbClr val="2A3A4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jednostavna</a:t>
              </a:r>
              <a:r>
                <a:rPr lang="en-US" sz="900" spc="18">
                  <a:solidFill>
                    <a:srgbClr val="2A3A4A"/>
                  </a:solidFill>
                  <a:latin typeface="Be Vietnam"/>
                  <a:ea typeface="Be Vietnam"/>
                  <a:cs typeface="Be Vietnam"/>
                  <a:sym typeface="Be Vietnam"/>
                </a:rPr>
                <a:t> i omogućava lako dodavanje i organizovanje child view elemenata.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1168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2514600" y="333375"/>
            <a:ext cx="6296025" cy="9525"/>
          </a:xfrm>
          <a:prstGeom prst="line">
            <a:avLst/>
          </a:prstGeom>
          <a:ln w="28575" cap="flat">
            <a:solidFill>
              <a:srgbClr val="2A3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333375" y="342900"/>
            <a:ext cx="1285875" cy="1292928"/>
          </a:xfrm>
          <a:custGeom>
            <a:avLst/>
            <a:gdLst/>
            <a:ahLst/>
            <a:cxnLst/>
            <a:rect l="l" t="t" r="r" b="b"/>
            <a:pathLst>
              <a:path w="2571750" h="2585855">
                <a:moveTo>
                  <a:pt x="0" y="0"/>
                </a:moveTo>
                <a:lnTo>
                  <a:pt x="2571750" y="0"/>
                </a:lnTo>
                <a:lnTo>
                  <a:pt x="2571750" y="2585855"/>
                </a:lnTo>
                <a:lnTo>
                  <a:pt x="0" y="2585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33375" y="4249738"/>
            <a:ext cx="8477250" cy="560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50"/>
              </a:lnSpc>
            </a:pPr>
            <a:r>
              <a:rPr lang="en-US" sz="4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ca Two"/>
                <a:sym typeface="Roca Two"/>
              </a:rPr>
              <a:t>Ključne primene FrameLayout-a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490787" y="589949"/>
            <a:ext cx="2005013" cy="780843"/>
            <a:chOff x="0" y="-38101"/>
            <a:chExt cx="5346700" cy="2082247"/>
          </a:xfrm>
        </p:grpSpPr>
        <p:sp>
          <p:nvSpPr>
            <p:cNvPr id="6" name="TextBox 6"/>
            <p:cNvSpPr txBox="1"/>
            <p:nvPr/>
          </p:nvSpPr>
          <p:spPr>
            <a:xfrm>
              <a:off x="0" y="-38101"/>
              <a:ext cx="5346700" cy="5129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470"/>
                </a:lnSpc>
                <a:spcBef>
                  <a:spcPct val="0"/>
                </a:spcBef>
              </a:pPr>
              <a:r>
                <a:rPr lang="en-US" sz="1100" b="1" spc="11">
                  <a:solidFill>
                    <a:srgbClr val="5A738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Splash ekrani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710448"/>
              <a:ext cx="5346700" cy="13336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60"/>
                </a:lnSpc>
              </a:pPr>
              <a:r>
                <a:rPr lang="en-US" sz="900" b="1" spc="18">
                  <a:solidFill>
                    <a:srgbClr val="2A3A4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Splash ekrani</a:t>
              </a:r>
              <a:r>
                <a:rPr lang="en-US" sz="900" spc="18">
                  <a:solidFill>
                    <a:srgbClr val="2A3A4A"/>
                  </a:solidFill>
                  <a:latin typeface="Be Vietnam"/>
                  <a:ea typeface="Be Vietnam"/>
                  <a:cs typeface="Be Vietnam"/>
                  <a:sym typeface="Be Vietnam"/>
                </a:rPr>
                <a:t> koriste FrameLayout za preklapanje logotipa i pozadine, pružajući privlačan ulaz u aplikaciju.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490787" y="2118642"/>
            <a:ext cx="2005013" cy="947554"/>
            <a:chOff x="0" y="-38099"/>
            <a:chExt cx="5346700" cy="2526811"/>
          </a:xfrm>
        </p:grpSpPr>
        <p:sp>
          <p:nvSpPr>
            <p:cNvPr id="9" name="TextBox 9"/>
            <p:cNvSpPr txBox="1"/>
            <p:nvPr/>
          </p:nvSpPr>
          <p:spPr>
            <a:xfrm>
              <a:off x="0" y="-38099"/>
              <a:ext cx="5346700" cy="5129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470"/>
                </a:lnSpc>
                <a:spcBef>
                  <a:spcPct val="0"/>
                </a:spcBef>
              </a:pPr>
              <a:r>
                <a:rPr lang="en-US" sz="1100" b="1" spc="11">
                  <a:solidFill>
                    <a:srgbClr val="5A738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Kontrola vidljivosti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710448"/>
              <a:ext cx="5346700" cy="17782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60"/>
                </a:lnSpc>
              </a:pPr>
              <a:r>
                <a:rPr lang="en-US" sz="900" b="1" spc="18">
                  <a:solidFill>
                    <a:srgbClr val="2A3A4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Kontrola vidljivosti</a:t>
              </a:r>
              <a:r>
                <a:rPr lang="en-US" sz="900" spc="18">
                  <a:solidFill>
                    <a:srgbClr val="2A3A4A"/>
                  </a:solidFill>
                  <a:latin typeface="Be Vietnam"/>
                  <a:ea typeface="Be Vietnam"/>
                  <a:cs typeface="Be Vietnam"/>
                  <a:sym typeface="Be Vietnam"/>
                </a:rPr>
                <a:t> elemenata olakšava upravljanje različitim sadržajem, omogućavajući dinamične promene bez složenih kodova.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648200" y="589949"/>
            <a:ext cx="2005013" cy="947555"/>
            <a:chOff x="0" y="-38101"/>
            <a:chExt cx="5346700" cy="2526812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38101"/>
              <a:ext cx="5346700" cy="5129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470"/>
                </a:lnSpc>
                <a:spcBef>
                  <a:spcPct val="0"/>
                </a:spcBef>
              </a:pPr>
              <a:r>
                <a:rPr lang="en-US" sz="1100" b="1" spc="11">
                  <a:solidFill>
                    <a:srgbClr val="5A738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Loading ekrani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710448"/>
              <a:ext cx="5346700" cy="17782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60"/>
                </a:lnSpc>
                <a:spcBef>
                  <a:spcPct val="0"/>
                </a:spcBef>
              </a:pPr>
              <a:r>
                <a:rPr lang="en-US" sz="900" b="1" spc="18">
                  <a:solidFill>
                    <a:srgbClr val="2A3A4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Loading ekrani</a:t>
              </a:r>
              <a:r>
                <a:rPr lang="en-US" sz="900" spc="18">
                  <a:solidFill>
                    <a:srgbClr val="2A3A4A"/>
                  </a:solidFill>
                  <a:latin typeface="Be Vietnam"/>
                  <a:ea typeface="Be Vietnam"/>
                  <a:cs typeface="Be Vietnam"/>
                  <a:sym typeface="Be Vietnam"/>
                </a:rPr>
                <a:t> koriste jednostavne elemente za prikaz animacija dok se sadržaj učitava, održavajući korisničko iskustvo.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648200" y="2118642"/>
            <a:ext cx="2005013" cy="1114267"/>
            <a:chOff x="0" y="-38099"/>
            <a:chExt cx="5346700" cy="2971379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38099"/>
              <a:ext cx="5346700" cy="5129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470"/>
                </a:lnSpc>
                <a:spcBef>
                  <a:spcPct val="0"/>
                </a:spcBef>
              </a:pPr>
              <a:r>
                <a:rPr lang="en-US" sz="1100" b="1" spc="11">
                  <a:solidFill>
                    <a:srgbClr val="5A738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Jednostavna struktura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710448"/>
              <a:ext cx="5346700" cy="22228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60"/>
                </a:lnSpc>
                <a:spcBef>
                  <a:spcPct val="0"/>
                </a:spcBef>
              </a:pPr>
              <a:r>
                <a:rPr lang="en-US" sz="900" b="1" spc="18">
                  <a:solidFill>
                    <a:srgbClr val="2A3A4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Jednostavna struktura</a:t>
              </a:r>
              <a:r>
                <a:rPr lang="en-US" sz="900" spc="18">
                  <a:solidFill>
                    <a:srgbClr val="2A3A4A"/>
                  </a:solidFill>
                  <a:latin typeface="Be Vietnam"/>
                  <a:ea typeface="Be Vietnam"/>
                  <a:cs typeface="Be Vietnam"/>
                  <a:sym typeface="Be Vietnam"/>
                </a:rPr>
                <a:t> FrameLayout-a omogućava brzu implementaciju u aplikacijama, čineći ga popularnim izborom među programerima.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05613" y="589950"/>
            <a:ext cx="2005013" cy="947554"/>
            <a:chOff x="0" y="-38099"/>
            <a:chExt cx="5346700" cy="2526811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38099"/>
              <a:ext cx="5346700" cy="5129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470"/>
                </a:lnSpc>
                <a:spcBef>
                  <a:spcPct val="0"/>
                </a:spcBef>
              </a:pPr>
              <a:r>
                <a:rPr lang="en-US" sz="1100" b="1" spc="11">
                  <a:solidFill>
                    <a:srgbClr val="5A738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Preklapanje elemenata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710448"/>
              <a:ext cx="5346700" cy="17782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60"/>
                </a:lnSpc>
                <a:spcBef>
                  <a:spcPct val="0"/>
                </a:spcBef>
              </a:pPr>
              <a:r>
                <a:rPr lang="en-US" sz="900" b="1" spc="18">
                  <a:solidFill>
                    <a:srgbClr val="2A3A4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Preklapanje elemenata</a:t>
              </a:r>
              <a:r>
                <a:rPr lang="en-US" sz="900" spc="18">
                  <a:solidFill>
                    <a:srgbClr val="2A3A4A"/>
                  </a:solidFill>
                  <a:latin typeface="Be Vietnam"/>
                  <a:ea typeface="Be Vietnam"/>
                  <a:cs typeface="Be Vietnam"/>
                  <a:sym typeface="Be Vietnam"/>
                </a:rPr>
                <a:t> omogućava dodatnu kontrolu nad vidljivošću, omogućavajući složene efekte u jednostavnom okruženju.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3615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00601" y="0"/>
            <a:ext cx="4343400" cy="5143500"/>
            <a:chOff x="0" y="0"/>
            <a:chExt cx="1083574" cy="18228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83574" cy="1822834"/>
            </a:xfrm>
            <a:custGeom>
              <a:avLst/>
              <a:gdLst/>
              <a:ahLst/>
              <a:cxnLst/>
              <a:rect l="l" t="t" r="r" b="b"/>
              <a:pathLst>
                <a:path w="1083574" h="1822834">
                  <a:moveTo>
                    <a:pt x="0" y="0"/>
                  </a:moveTo>
                  <a:lnTo>
                    <a:pt x="1083574" y="0"/>
                  </a:lnTo>
                  <a:lnTo>
                    <a:pt x="1083574" y="1822834"/>
                  </a:lnTo>
                  <a:lnTo>
                    <a:pt x="0" y="1822834"/>
                  </a:lnTo>
                  <a:close/>
                </a:path>
              </a:pathLst>
            </a:custGeom>
            <a:blipFill>
              <a:blip r:embed="rId3"/>
              <a:stretch>
                <a:fillRect t="-58" b="-58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333375" y="338138"/>
            <a:ext cx="4881563" cy="623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100"/>
              </a:lnSpc>
            </a:pPr>
            <a:r>
              <a:rPr lang="en-US" sz="4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ca Two"/>
                <a:sym typeface="Roca Two"/>
              </a:rPr>
              <a:t>XML Primer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2400" y="961450"/>
            <a:ext cx="1988900" cy="4167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en-US" spc="18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Be Vietnam"/>
                <a:sym typeface="Be Vietnam"/>
              </a:rPr>
              <a:t>Osnovna struktura FrameLayout-a omogućava </a:t>
            </a:r>
            <a:r>
              <a:rPr lang="en-US" sz="1200" spc="18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Be Vietnam"/>
                <a:sym typeface="Be Vietnam"/>
              </a:rPr>
              <a:t>jednostavno</a:t>
            </a:r>
            <a:r>
              <a:rPr lang="en-US" spc="18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Be Vietnam"/>
                <a:sym typeface="Be Vietnam"/>
              </a:rPr>
              <a:t> preklapanje elemenata u Android aplikacijama. Ovaj kontejner može sadržavati više child view elemenata koji se renderuju u redosledu dodavanja, što ga čini idealnim za kreiranje složenih vizualnih efekata bez dodatnih komplikacija. U nastavku se nalazi primer XML koda koji prikazuje kako se ImageView i TextView mogu efikasno kombinovati unutar FrameLayout-a, čime se olakšava implementacija jednostavnih UI elemenata.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06900" y="1657350"/>
            <a:ext cx="1988900" cy="3167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en-US" sz="1200" spc="18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Be Vietnam"/>
                <a:sym typeface="Be Vietnam"/>
              </a:rPr>
              <a:t>U prvom delu primera, ImageView će se koristiti kao pozadina, dok će se TextView prikazivati iznad njega sa dodatnom marginom za centriranje. Ova metoda omogućava lako upravljanje sadržajem i njegovim preklapanjem. Kreiranjem ovakvih slojeva, developeri mogu prilagoditi vidljivost i raspored elemenata prema potrebama aplikacije. Ovaj pristup je posebno koristan za splash ekrane ili jednostavne prikaze koji zahtevaju brzu implementaciju.</a:t>
            </a:r>
          </a:p>
        </p:txBody>
      </p:sp>
    </p:spTree>
    <p:extLst>
      <p:ext uri="{BB962C8B-B14F-4D97-AF65-F5344CB8AC3E}">
        <p14:creationId xmlns:p14="http://schemas.microsoft.com/office/powerpoint/2010/main" val="3383426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375" y="2571750"/>
            <a:ext cx="2724150" cy="2238375"/>
            <a:chOff x="0" y="0"/>
            <a:chExt cx="524985" cy="4313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4985" cy="431369"/>
            </a:xfrm>
            <a:custGeom>
              <a:avLst/>
              <a:gdLst/>
              <a:ahLst/>
              <a:cxnLst/>
              <a:rect l="l" t="t" r="r" b="b"/>
              <a:pathLst>
                <a:path w="524985" h="431369">
                  <a:moveTo>
                    <a:pt x="42629" y="0"/>
                  </a:moveTo>
                  <a:lnTo>
                    <a:pt x="482356" y="0"/>
                  </a:lnTo>
                  <a:cubicBezTo>
                    <a:pt x="493662" y="0"/>
                    <a:pt x="504505" y="4491"/>
                    <a:pt x="512500" y="12486"/>
                  </a:cubicBezTo>
                  <a:cubicBezTo>
                    <a:pt x="520494" y="20480"/>
                    <a:pt x="524985" y="31323"/>
                    <a:pt x="524985" y="42629"/>
                  </a:cubicBezTo>
                  <a:lnTo>
                    <a:pt x="524985" y="388740"/>
                  </a:lnTo>
                  <a:cubicBezTo>
                    <a:pt x="524985" y="412283"/>
                    <a:pt x="505900" y="431369"/>
                    <a:pt x="482356" y="431369"/>
                  </a:cubicBezTo>
                  <a:lnTo>
                    <a:pt x="42629" y="431369"/>
                  </a:lnTo>
                  <a:cubicBezTo>
                    <a:pt x="19086" y="431369"/>
                    <a:pt x="0" y="412283"/>
                    <a:pt x="0" y="388740"/>
                  </a:cubicBezTo>
                  <a:lnTo>
                    <a:pt x="0" y="42629"/>
                  </a:lnTo>
                  <a:cubicBezTo>
                    <a:pt x="0" y="19086"/>
                    <a:pt x="19086" y="0"/>
                    <a:pt x="42629" y="0"/>
                  </a:cubicBezTo>
                  <a:close/>
                </a:path>
              </a:pathLst>
            </a:custGeom>
            <a:blipFill>
              <a:blip r:embed="rId2"/>
              <a:stretch>
                <a:fillRect l="-332" r="-33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209925" y="2571750"/>
            <a:ext cx="2724150" cy="2238375"/>
            <a:chOff x="0" y="0"/>
            <a:chExt cx="524985" cy="4313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24985" cy="431369"/>
            </a:xfrm>
            <a:custGeom>
              <a:avLst/>
              <a:gdLst/>
              <a:ahLst/>
              <a:cxnLst/>
              <a:rect l="l" t="t" r="r" b="b"/>
              <a:pathLst>
                <a:path w="524985" h="431369">
                  <a:moveTo>
                    <a:pt x="42629" y="0"/>
                  </a:moveTo>
                  <a:lnTo>
                    <a:pt x="482356" y="0"/>
                  </a:lnTo>
                  <a:cubicBezTo>
                    <a:pt x="493662" y="0"/>
                    <a:pt x="504505" y="4491"/>
                    <a:pt x="512500" y="12486"/>
                  </a:cubicBezTo>
                  <a:cubicBezTo>
                    <a:pt x="520494" y="20480"/>
                    <a:pt x="524985" y="31323"/>
                    <a:pt x="524985" y="42629"/>
                  </a:cubicBezTo>
                  <a:lnTo>
                    <a:pt x="524985" y="388740"/>
                  </a:lnTo>
                  <a:cubicBezTo>
                    <a:pt x="524985" y="412283"/>
                    <a:pt x="505900" y="431369"/>
                    <a:pt x="482356" y="431369"/>
                  </a:cubicBezTo>
                  <a:lnTo>
                    <a:pt x="42629" y="431369"/>
                  </a:lnTo>
                  <a:cubicBezTo>
                    <a:pt x="19086" y="431369"/>
                    <a:pt x="0" y="412283"/>
                    <a:pt x="0" y="388740"/>
                  </a:cubicBezTo>
                  <a:lnTo>
                    <a:pt x="0" y="42629"/>
                  </a:lnTo>
                  <a:cubicBezTo>
                    <a:pt x="0" y="19086"/>
                    <a:pt x="19086" y="0"/>
                    <a:pt x="42629" y="0"/>
                  </a:cubicBezTo>
                  <a:close/>
                </a:path>
              </a:pathLst>
            </a:custGeom>
            <a:blipFill>
              <a:blip r:embed="rId3"/>
              <a:stretch>
                <a:fillRect l="-332" r="-33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6086475" y="2571750"/>
            <a:ext cx="2724150" cy="2238375"/>
            <a:chOff x="0" y="0"/>
            <a:chExt cx="524985" cy="4313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24985" cy="431369"/>
            </a:xfrm>
            <a:custGeom>
              <a:avLst/>
              <a:gdLst/>
              <a:ahLst/>
              <a:cxnLst/>
              <a:rect l="l" t="t" r="r" b="b"/>
              <a:pathLst>
                <a:path w="524985" h="431369">
                  <a:moveTo>
                    <a:pt x="42629" y="0"/>
                  </a:moveTo>
                  <a:lnTo>
                    <a:pt x="482356" y="0"/>
                  </a:lnTo>
                  <a:cubicBezTo>
                    <a:pt x="493662" y="0"/>
                    <a:pt x="504505" y="4491"/>
                    <a:pt x="512500" y="12486"/>
                  </a:cubicBezTo>
                  <a:cubicBezTo>
                    <a:pt x="520494" y="20480"/>
                    <a:pt x="524985" y="31323"/>
                    <a:pt x="524985" y="42629"/>
                  </a:cubicBezTo>
                  <a:lnTo>
                    <a:pt x="524985" y="388740"/>
                  </a:lnTo>
                  <a:cubicBezTo>
                    <a:pt x="524985" y="412283"/>
                    <a:pt x="505900" y="431369"/>
                    <a:pt x="482356" y="431369"/>
                  </a:cubicBezTo>
                  <a:lnTo>
                    <a:pt x="42629" y="431369"/>
                  </a:lnTo>
                  <a:cubicBezTo>
                    <a:pt x="19086" y="431369"/>
                    <a:pt x="0" y="412283"/>
                    <a:pt x="0" y="388740"/>
                  </a:cubicBezTo>
                  <a:lnTo>
                    <a:pt x="0" y="42629"/>
                  </a:lnTo>
                  <a:cubicBezTo>
                    <a:pt x="0" y="19086"/>
                    <a:pt x="19086" y="0"/>
                    <a:pt x="42629" y="0"/>
                  </a:cubicBezTo>
                  <a:close/>
                </a:path>
              </a:pathLst>
            </a:custGeom>
            <a:blipFill>
              <a:blip r:embed="rId4"/>
              <a:stretch>
                <a:fillRect l="-332" r="-332"/>
              </a:stretch>
            </a:blipFill>
          </p:spPr>
        </p:sp>
      </p:grpSp>
      <p:sp>
        <p:nvSpPr>
          <p:cNvPr id="8" name="AutoShape 8"/>
          <p:cNvSpPr/>
          <p:nvPr/>
        </p:nvSpPr>
        <p:spPr>
          <a:xfrm flipV="1">
            <a:off x="333375" y="1238250"/>
            <a:ext cx="2724150" cy="0"/>
          </a:xfrm>
          <a:prstGeom prst="line">
            <a:avLst/>
          </a:prstGeom>
          <a:ln w="28575" cap="flat">
            <a:solidFill>
              <a:srgbClr val="2A3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flipV="1">
            <a:off x="3209925" y="1238250"/>
            <a:ext cx="2724150" cy="0"/>
          </a:xfrm>
          <a:prstGeom prst="line">
            <a:avLst/>
          </a:prstGeom>
          <a:ln w="28575" cap="flat">
            <a:solidFill>
              <a:srgbClr val="2A3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flipV="1">
            <a:off x="6086475" y="1238250"/>
            <a:ext cx="2724150" cy="0"/>
          </a:xfrm>
          <a:prstGeom prst="line">
            <a:avLst/>
          </a:prstGeom>
          <a:ln w="28575" cap="flat">
            <a:solidFill>
              <a:srgbClr val="2A3A4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333375" y="1503434"/>
            <a:ext cx="2724150" cy="451889"/>
            <a:chOff x="0" y="-38101"/>
            <a:chExt cx="7264400" cy="1205035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38101"/>
              <a:ext cx="7264400" cy="5129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470"/>
                </a:lnSpc>
              </a:pPr>
              <a:r>
                <a:rPr lang="en-US" sz="1100" b="1" spc="11">
                  <a:solidFill>
                    <a:srgbClr val="5A738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Redosled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688172"/>
              <a:ext cx="7264400" cy="4787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440"/>
                </a:lnSpc>
              </a:pPr>
              <a:r>
                <a:rPr lang="en-US" sz="900" spc="18">
                  <a:solidFill>
                    <a:srgbClr val="2A3A4A"/>
                  </a:solidFill>
                  <a:latin typeface="Be Vietnam"/>
                  <a:ea typeface="Be Vietnam"/>
                  <a:cs typeface="Be Vietnam"/>
                  <a:sym typeface="Be Vietnam"/>
                </a:rPr>
                <a:t>Redosled child elemenata utiče na prikaz.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209925" y="1503434"/>
            <a:ext cx="2724150" cy="451889"/>
            <a:chOff x="0" y="-38101"/>
            <a:chExt cx="7264400" cy="1205035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38101"/>
              <a:ext cx="7264400" cy="5129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470"/>
                </a:lnSpc>
              </a:pPr>
              <a:r>
                <a:rPr lang="en-US" sz="1100" b="1" spc="11">
                  <a:solidFill>
                    <a:srgbClr val="5A738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Vrh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688172"/>
              <a:ext cx="7264400" cy="4787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440"/>
                </a:lnSpc>
              </a:pPr>
              <a:r>
                <a:rPr lang="en-US" sz="900" spc="18">
                  <a:solidFill>
                    <a:srgbClr val="2A3A4A"/>
                  </a:solidFill>
                  <a:latin typeface="Be Vietnam"/>
                  <a:ea typeface="Be Vietnam"/>
                  <a:cs typeface="Be Vietnam"/>
                  <a:sym typeface="Be Vietnam"/>
                </a:rPr>
                <a:t>Element na vrhu je uvek vidljiv.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86475" y="1503434"/>
            <a:ext cx="2724150" cy="451889"/>
            <a:chOff x="0" y="-38101"/>
            <a:chExt cx="7264400" cy="1205035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38101"/>
              <a:ext cx="7264400" cy="5129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470"/>
                </a:lnSpc>
              </a:pPr>
              <a:r>
                <a:rPr lang="en-US" sz="1100" b="1" spc="11">
                  <a:solidFill>
                    <a:srgbClr val="5A738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Foreground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688172"/>
              <a:ext cx="7264400" cy="4787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440"/>
                </a:lnSpc>
              </a:pPr>
              <a:r>
                <a:rPr lang="en-US" sz="900" spc="18">
                  <a:solidFill>
                    <a:srgbClr val="2A3A4A"/>
                  </a:solidFill>
                  <a:latin typeface="Be Vietnam"/>
                  <a:ea typeface="Be Vietnam"/>
                  <a:cs typeface="Be Vietnam"/>
                  <a:sym typeface="Be Vietnam"/>
                </a:rPr>
                <a:t>Foreground se koristi za isticanje elemenata.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333375" y="400050"/>
            <a:ext cx="8477250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en-US" sz="3600">
                <a:solidFill>
                  <a:srgbClr val="2A3A4A"/>
                </a:solidFill>
                <a:latin typeface="Roca Two"/>
                <a:ea typeface="Roca Two"/>
                <a:cs typeface="Roca Two"/>
                <a:sym typeface="Roca Two"/>
              </a:rPr>
              <a:t>Ilustracija preklapanja elemenata</a:t>
            </a:r>
          </a:p>
        </p:txBody>
      </p:sp>
    </p:spTree>
    <p:extLst>
      <p:ext uri="{BB962C8B-B14F-4D97-AF65-F5344CB8AC3E}">
        <p14:creationId xmlns:p14="http://schemas.microsoft.com/office/powerpoint/2010/main" val="2067145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2514600" y="333375"/>
            <a:ext cx="6296025" cy="9525"/>
          </a:xfrm>
          <a:prstGeom prst="line">
            <a:avLst/>
          </a:prstGeom>
          <a:ln w="28575" cap="flat">
            <a:solidFill>
              <a:srgbClr val="2A3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333375" y="342900"/>
            <a:ext cx="1285875" cy="1292928"/>
          </a:xfrm>
          <a:custGeom>
            <a:avLst/>
            <a:gdLst/>
            <a:ahLst/>
            <a:cxnLst/>
            <a:rect l="l" t="t" r="r" b="b"/>
            <a:pathLst>
              <a:path w="2571750" h="2585855">
                <a:moveTo>
                  <a:pt x="0" y="0"/>
                </a:moveTo>
                <a:lnTo>
                  <a:pt x="2571750" y="0"/>
                </a:lnTo>
                <a:lnTo>
                  <a:pt x="2571750" y="2585855"/>
                </a:lnTo>
                <a:lnTo>
                  <a:pt x="0" y="2585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33375" y="4249738"/>
            <a:ext cx="8477250" cy="560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50"/>
              </a:lnSpc>
            </a:pPr>
            <a:r>
              <a:rPr lang="en-US" sz="4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ca Two"/>
                <a:sym typeface="Roca Two"/>
              </a:rPr>
              <a:t>Prikaz idealnih situacija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490787" y="589949"/>
            <a:ext cx="2005013" cy="947555"/>
            <a:chOff x="0" y="-38101"/>
            <a:chExt cx="5346700" cy="2526812"/>
          </a:xfrm>
        </p:grpSpPr>
        <p:sp>
          <p:nvSpPr>
            <p:cNvPr id="6" name="TextBox 6"/>
            <p:cNvSpPr txBox="1"/>
            <p:nvPr/>
          </p:nvSpPr>
          <p:spPr>
            <a:xfrm>
              <a:off x="0" y="-38101"/>
              <a:ext cx="5346700" cy="5129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470"/>
                </a:lnSpc>
                <a:spcBef>
                  <a:spcPct val="0"/>
                </a:spcBef>
              </a:pPr>
              <a:r>
                <a:rPr lang="en-US" sz="1100" b="1" spc="11">
                  <a:solidFill>
                    <a:srgbClr val="5A738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Overlay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710448"/>
              <a:ext cx="5346700" cy="17782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60"/>
                </a:lnSpc>
              </a:pPr>
              <a:r>
                <a:rPr lang="en-US" sz="900" spc="18">
                  <a:solidFill>
                    <a:srgbClr val="2A3A4A"/>
                  </a:solidFill>
                  <a:latin typeface="Be Vietnam"/>
                  <a:ea typeface="Be Vietnam"/>
                  <a:cs typeface="Be Vietnam"/>
                  <a:sym typeface="Be Vietnam"/>
                </a:rPr>
                <a:t>FrameLayout je idealan za situacije kada je potrebno preklapanje elemenata, poput logotipa iznad pozadine.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490787" y="2118642"/>
            <a:ext cx="2005013" cy="780843"/>
            <a:chOff x="0" y="-38101"/>
            <a:chExt cx="5346700" cy="2082247"/>
          </a:xfrm>
        </p:grpSpPr>
        <p:sp>
          <p:nvSpPr>
            <p:cNvPr id="9" name="TextBox 9"/>
            <p:cNvSpPr txBox="1"/>
            <p:nvPr/>
          </p:nvSpPr>
          <p:spPr>
            <a:xfrm>
              <a:off x="0" y="-38101"/>
              <a:ext cx="5346700" cy="5129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470"/>
                </a:lnSpc>
                <a:spcBef>
                  <a:spcPct val="0"/>
                </a:spcBef>
              </a:pPr>
              <a:r>
                <a:rPr lang="en-US" sz="1100" b="1" spc="11">
                  <a:solidFill>
                    <a:srgbClr val="5A738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Efikasnost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710448"/>
              <a:ext cx="5346700" cy="13336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60"/>
                </a:lnSpc>
              </a:pPr>
              <a:r>
                <a:rPr lang="en-US" sz="900" spc="18">
                  <a:solidFill>
                    <a:srgbClr val="2A3A4A"/>
                  </a:solidFill>
                  <a:latin typeface="Be Vietnam"/>
                  <a:ea typeface="Be Vietnam"/>
                  <a:cs typeface="Be Vietnam"/>
                  <a:sym typeface="Be Vietnam"/>
                </a:rPr>
                <a:t>Preporučuje se za aplikacije sa jednostavnim prikazima, gde je potrebno lako upravljanje slojevima.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648200" y="589949"/>
            <a:ext cx="2005013" cy="947555"/>
            <a:chOff x="0" y="-38101"/>
            <a:chExt cx="5346700" cy="2526812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38101"/>
              <a:ext cx="5346700" cy="5129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470"/>
                </a:lnSpc>
                <a:spcBef>
                  <a:spcPct val="0"/>
                </a:spcBef>
              </a:pPr>
              <a:r>
                <a:rPr lang="en-US" sz="1100" b="1" spc="11">
                  <a:solidFill>
                    <a:srgbClr val="5A738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Jednostavnost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710448"/>
              <a:ext cx="5346700" cy="17782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60"/>
                </a:lnSpc>
                <a:spcBef>
                  <a:spcPct val="0"/>
                </a:spcBef>
              </a:pPr>
              <a:r>
                <a:rPr lang="en-US" sz="900" spc="18">
                  <a:solidFill>
                    <a:srgbClr val="2A3A4A"/>
                  </a:solidFill>
                  <a:latin typeface="Be Vietnam"/>
                  <a:ea typeface="Be Vietnam"/>
                  <a:cs typeface="Be Vietnam"/>
                  <a:sym typeface="Be Vietnam"/>
                </a:rPr>
                <a:t>Koristi se za jednostavne UI sekcije, omogućavajući lako upravljanje komponentama bez složenih rasporeda.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648200" y="2118642"/>
            <a:ext cx="2005013" cy="947555"/>
            <a:chOff x="0" y="-38101"/>
            <a:chExt cx="5346700" cy="2526812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38101"/>
              <a:ext cx="5346700" cy="5129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470"/>
                </a:lnSpc>
                <a:spcBef>
                  <a:spcPct val="0"/>
                </a:spcBef>
              </a:pPr>
              <a:r>
                <a:rPr lang="en-US" sz="1100" b="1" spc="11">
                  <a:solidFill>
                    <a:srgbClr val="5A738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Minimalizam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710448"/>
              <a:ext cx="5346700" cy="17782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60"/>
                </a:lnSpc>
                <a:spcBef>
                  <a:spcPct val="0"/>
                </a:spcBef>
              </a:pPr>
              <a:r>
                <a:rPr lang="en-US" sz="900" spc="18">
                  <a:solidFill>
                    <a:srgbClr val="2A3A4A"/>
                  </a:solidFill>
                  <a:latin typeface="Be Vietnam"/>
                  <a:ea typeface="Be Vietnam"/>
                  <a:cs typeface="Be Vietnam"/>
                  <a:sym typeface="Be Vietnam"/>
                </a:rPr>
                <a:t>Uzimajući u obzir minimalistički dizajn, FrameLayout omogućava čistu i preglednu prezentaciju sadržaja bez viška elemenata.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05613" y="589950"/>
            <a:ext cx="2005013" cy="947554"/>
            <a:chOff x="0" y="-38099"/>
            <a:chExt cx="5346700" cy="2526811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38099"/>
              <a:ext cx="5346700" cy="5129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470"/>
                </a:lnSpc>
                <a:spcBef>
                  <a:spcPct val="0"/>
                </a:spcBef>
              </a:pPr>
              <a:r>
                <a:rPr lang="en-US" sz="1100" b="1" spc="11">
                  <a:solidFill>
                    <a:srgbClr val="5A738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Brza implementacija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710448"/>
              <a:ext cx="5346700" cy="17782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60"/>
                </a:lnSpc>
                <a:spcBef>
                  <a:spcPct val="0"/>
                </a:spcBef>
              </a:pPr>
              <a:r>
                <a:rPr lang="en-US" sz="900" spc="18">
                  <a:solidFill>
                    <a:srgbClr val="2A3A4A"/>
                  </a:solidFill>
                  <a:latin typeface="Be Vietnam"/>
                  <a:ea typeface="Be Vietnam"/>
                  <a:cs typeface="Be Vietnam"/>
                  <a:sym typeface="Be Vietnam"/>
                </a:rPr>
                <a:t>Kada ne zahteva kompleksan raspored, FrameLayout omogućava brzu i efikasnu implementaciju korisničkog interfejsa.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7491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6350"/>
            <a:ext cx="5600700" cy="5149850"/>
            <a:chOff x="0" y="0"/>
            <a:chExt cx="963348" cy="885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3348" cy="885799"/>
            </a:xfrm>
            <a:custGeom>
              <a:avLst/>
              <a:gdLst/>
              <a:ahLst/>
              <a:cxnLst/>
              <a:rect l="l" t="t" r="r" b="b"/>
              <a:pathLst>
                <a:path w="963348" h="885799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33333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5934075" y="333375"/>
            <a:ext cx="2876550" cy="4476750"/>
            <a:chOff x="0" y="0"/>
            <a:chExt cx="814724" cy="12679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4724" cy="1267949"/>
            </a:xfrm>
            <a:custGeom>
              <a:avLst/>
              <a:gdLst/>
              <a:ahLst/>
              <a:cxnLst/>
              <a:rect l="l" t="t" r="r" b="b"/>
              <a:pathLst>
                <a:path w="814724" h="1267949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337690" y="487534"/>
            <a:ext cx="4877248" cy="1947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478"/>
              </a:lnSpc>
            </a:pPr>
            <a:r>
              <a:rPr lang="en-US" sz="7500" spc="-262">
                <a:solidFill>
                  <a:srgbClr val="F9F9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GridLayout u Androidu</a:t>
            </a:r>
          </a:p>
        </p:txBody>
      </p:sp>
      <p:sp>
        <p:nvSpPr>
          <p:cNvPr id="8" name="Freeform 8"/>
          <p:cNvSpPr/>
          <p:nvPr/>
        </p:nvSpPr>
        <p:spPr>
          <a:xfrm rot="-3117037">
            <a:off x="4473871" y="3828046"/>
            <a:ext cx="1056302" cy="929546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61254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3375" y="404813"/>
            <a:ext cx="8477250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00"/>
              </a:lnSpc>
            </a:pPr>
            <a:r>
              <a:rPr lang="en-US" sz="4000">
                <a:solidFill>
                  <a:schemeClr val="bg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Koncept i primena GridLayout-a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52513" y="2126218"/>
            <a:ext cx="3443288" cy="694452"/>
            <a:chOff x="0" y="-9525"/>
            <a:chExt cx="9182100" cy="1851872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9182100" cy="6155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800"/>
                </a:lnSpc>
                <a:spcBef>
                  <a:spcPct val="0"/>
                </a:spcBef>
              </a:pPr>
              <a:r>
                <a:rPr lang="en-US" sz="1500" b="1" spc="-22">
                  <a:solidFill>
                    <a:srgbClr val="4A90E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Raspored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295190"/>
              <a:ext cx="9182100" cy="54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625"/>
                </a:lnSpc>
                <a:spcBef>
                  <a:spcPct val="0"/>
                </a:spcBef>
              </a:pPr>
              <a:r>
                <a:rPr lang="en-US" sz="1200" spc="-19">
                  <a:solidFill>
                    <a:srgbClr val="77777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Elementi su organizovani u redove i kolone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367338" y="3468846"/>
            <a:ext cx="3443288" cy="694452"/>
            <a:chOff x="0" y="-9525"/>
            <a:chExt cx="9182100" cy="1851872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9182100" cy="6155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800"/>
                </a:lnSpc>
                <a:spcBef>
                  <a:spcPct val="0"/>
                </a:spcBef>
              </a:pPr>
              <a:r>
                <a:rPr lang="en-US" sz="1500" b="1" spc="-22">
                  <a:solidFill>
                    <a:srgbClr val="4A90E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Kontrola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295190"/>
              <a:ext cx="9182100" cy="54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625"/>
                </a:lnSpc>
                <a:spcBef>
                  <a:spcPct val="0"/>
                </a:spcBef>
              </a:pPr>
              <a:r>
                <a:rPr lang="en-US" sz="1200" spc="-19">
                  <a:solidFill>
                    <a:srgbClr val="77777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Idealno za kontrolu proporcija između elemenata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52513" y="3465195"/>
            <a:ext cx="3443288" cy="717550"/>
            <a:chOff x="0" y="-9525"/>
            <a:chExt cx="9182100" cy="1913466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9182100" cy="6155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800"/>
                </a:lnSpc>
                <a:spcBef>
                  <a:spcPct val="0"/>
                </a:spcBef>
              </a:pPr>
              <a:r>
                <a:rPr lang="en-US" sz="1500" b="1" spc="-22">
                  <a:solidFill>
                    <a:srgbClr val="4A90E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Nasleđivanje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356784"/>
              <a:ext cx="9182100" cy="54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625"/>
                </a:lnSpc>
                <a:spcBef>
                  <a:spcPct val="0"/>
                </a:spcBef>
              </a:pPr>
              <a:r>
                <a:rPr lang="en-US" sz="1200" spc="-19">
                  <a:solidFill>
                    <a:srgbClr val="77777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GridLayout nasleđuje ViewGroup za fleksibilnost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33375" y="2122170"/>
            <a:ext cx="432494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>
                <a:solidFill>
                  <a:srgbClr val="4A90E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48200" y="2125028"/>
            <a:ext cx="432494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>
                <a:solidFill>
                  <a:srgbClr val="4A90E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48200" y="3468053"/>
            <a:ext cx="432494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>
                <a:solidFill>
                  <a:srgbClr val="4A90E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33375" y="3465195"/>
            <a:ext cx="432494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>
                <a:solidFill>
                  <a:srgbClr val="4A90E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367338" y="2125821"/>
            <a:ext cx="3443288" cy="694452"/>
            <a:chOff x="0" y="-9525"/>
            <a:chExt cx="9182100" cy="1851872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9525"/>
              <a:ext cx="9182100" cy="6155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800"/>
                </a:lnSpc>
                <a:spcBef>
                  <a:spcPct val="0"/>
                </a:spcBef>
              </a:pPr>
              <a:r>
                <a:rPr lang="en-US" sz="1500" b="1" spc="-22">
                  <a:solidFill>
                    <a:srgbClr val="4A90E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Fleksibilnost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295190"/>
              <a:ext cx="9182100" cy="54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625"/>
                </a:lnSpc>
                <a:spcBef>
                  <a:spcPct val="0"/>
                </a:spcBef>
              </a:pPr>
              <a:r>
                <a:rPr lang="en-US" sz="1200" spc="-19">
                  <a:solidFill>
                    <a:srgbClr val="77777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Svaka ćelija može sadržati više elemenata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7453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3375" y="404813"/>
            <a:ext cx="8477250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00"/>
              </a:lnSpc>
            </a:pPr>
            <a:r>
              <a:rPr lang="en-US" sz="4000">
                <a:solidFill>
                  <a:schemeClr val="bg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Ključni atributi GridLayout-a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52513" y="2126218"/>
            <a:ext cx="3443288" cy="694452"/>
            <a:chOff x="0" y="-9525"/>
            <a:chExt cx="9182100" cy="1851872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9182100" cy="6155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800"/>
                </a:lnSpc>
                <a:spcBef>
                  <a:spcPct val="0"/>
                </a:spcBef>
              </a:pPr>
              <a:r>
                <a:rPr lang="en-US" sz="1500" b="1" spc="-22">
                  <a:solidFill>
                    <a:srgbClr val="4A90E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rowCount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295190"/>
              <a:ext cx="9182100" cy="54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625"/>
                </a:lnSpc>
                <a:spcBef>
                  <a:spcPct val="0"/>
                </a:spcBef>
              </a:pPr>
              <a:r>
                <a:rPr lang="en-US" sz="1200" spc="-19">
                  <a:solidFill>
                    <a:srgbClr val="77777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Određuje broj redova u mreži.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367338" y="3468846"/>
            <a:ext cx="3443288" cy="694452"/>
            <a:chOff x="0" y="-9525"/>
            <a:chExt cx="9182100" cy="1851871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9182100" cy="6155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800"/>
                </a:lnSpc>
                <a:spcBef>
                  <a:spcPct val="0"/>
                </a:spcBef>
              </a:pPr>
              <a:r>
                <a:rPr lang="en-US" sz="1500" b="1" spc="-22">
                  <a:solidFill>
                    <a:srgbClr val="4A90E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layout_column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295189"/>
              <a:ext cx="9182100" cy="54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625"/>
                </a:lnSpc>
                <a:spcBef>
                  <a:spcPct val="0"/>
                </a:spcBef>
              </a:pPr>
              <a:r>
                <a:rPr lang="en-US" sz="1200" spc="-19">
                  <a:solidFill>
                    <a:srgbClr val="77777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Koristi se za pozicioniranje elemenata unutar kolona.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52513" y="3465195"/>
            <a:ext cx="3443288" cy="717550"/>
            <a:chOff x="0" y="-9525"/>
            <a:chExt cx="9182100" cy="1913466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9182100" cy="6155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800"/>
                </a:lnSpc>
                <a:spcBef>
                  <a:spcPct val="0"/>
                </a:spcBef>
              </a:pPr>
              <a:r>
                <a:rPr lang="en-US" sz="1500" b="1" spc="-22">
                  <a:solidFill>
                    <a:srgbClr val="4A90E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columnCount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356784"/>
              <a:ext cx="9182100" cy="54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625"/>
                </a:lnSpc>
                <a:spcBef>
                  <a:spcPct val="0"/>
                </a:spcBef>
              </a:pPr>
              <a:r>
                <a:rPr lang="en-US" sz="1200" spc="-19">
                  <a:solidFill>
                    <a:srgbClr val="77777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Određuje broj kolona u mreži.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33375" y="2122170"/>
            <a:ext cx="432494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>
                <a:solidFill>
                  <a:srgbClr val="4A90E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48200" y="2125028"/>
            <a:ext cx="432494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>
                <a:solidFill>
                  <a:srgbClr val="4A90E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48200" y="3468053"/>
            <a:ext cx="432494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>
                <a:solidFill>
                  <a:srgbClr val="4A90E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33375" y="3465195"/>
            <a:ext cx="432494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>
                <a:solidFill>
                  <a:srgbClr val="4A90E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367338" y="2125821"/>
            <a:ext cx="3443288" cy="694452"/>
            <a:chOff x="0" y="-9525"/>
            <a:chExt cx="9182100" cy="1851871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9525"/>
              <a:ext cx="9182100" cy="6155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800"/>
                </a:lnSpc>
                <a:spcBef>
                  <a:spcPct val="0"/>
                </a:spcBef>
              </a:pPr>
              <a:r>
                <a:rPr lang="en-US" sz="1500" b="1" spc="-22">
                  <a:solidFill>
                    <a:srgbClr val="4A90E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layout_row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295189"/>
              <a:ext cx="9182100" cy="54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625"/>
                </a:lnSpc>
                <a:spcBef>
                  <a:spcPct val="0"/>
                </a:spcBef>
              </a:pPr>
              <a:r>
                <a:rPr lang="en-US" sz="1200" spc="-19">
                  <a:solidFill>
                    <a:srgbClr val="77777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Koristi se za pozicioniranje elemenata unutar redova.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0713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48200" y="333375"/>
            <a:ext cx="2005013" cy="3358061"/>
            <a:chOff x="0" y="0"/>
            <a:chExt cx="698915" cy="1170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8915" cy="1170566"/>
            </a:xfrm>
            <a:custGeom>
              <a:avLst/>
              <a:gdLst/>
              <a:ahLst/>
              <a:cxnLst/>
              <a:rect l="l" t="t" r="r" b="b"/>
              <a:pathLst>
                <a:path w="698915" h="1170566">
                  <a:moveTo>
                    <a:pt x="38613" y="0"/>
                  </a:moveTo>
                  <a:lnTo>
                    <a:pt x="660302" y="0"/>
                  </a:lnTo>
                  <a:cubicBezTo>
                    <a:pt x="681627" y="0"/>
                    <a:pt x="698915" y="17288"/>
                    <a:pt x="698915" y="38613"/>
                  </a:cubicBezTo>
                  <a:lnTo>
                    <a:pt x="698915" y="1131953"/>
                  </a:lnTo>
                  <a:cubicBezTo>
                    <a:pt x="698915" y="1142194"/>
                    <a:pt x="694847" y="1152015"/>
                    <a:pt x="687606" y="1159256"/>
                  </a:cubicBezTo>
                  <a:cubicBezTo>
                    <a:pt x="680364" y="1166498"/>
                    <a:pt x="670543" y="1170566"/>
                    <a:pt x="660302" y="1170566"/>
                  </a:cubicBezTo>
                  <a:lnTo>
                    <a:pt x="38613" y="1170566"/>
                  </a:lnTo>
                  <a:cubicBezTo>
                    <a:pt x="17288" y="1170566"/>
                    <a:pt x="0" y="1153278"/>
                    <a:pt x="0" y="1131953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blipFill>
              <a:blip r:embed="rId2"/>
              <a:stretch>
                <a:fillRect t="-279" b="-279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805613" y="333375"/>
            <a:ext cx="2005013" cy="3358061"/>
            <a:chOff x="0" y="0"/>
            <a:chExt cx="698915" cy="11705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98915" cy="1170566"/>
            </a:xfrm>
            <a:custGeom>
              <a:avLst/>
              <a:gdLst/>
              <a:ahLst/>
              <a:cxnLst/>
              <a:rect l="l" t="t" r="r" b="b"/>
              <a:pathLst>
                <a:path w="698915" h="1170566">
                  <a:moveTo>
                    <a:pt x="38613" y="0"/>
                  </a:moveTo>
                  <a:lnTo>
                    <a:pt x="660302" y="0"/>
                  </a:lnTo>
                  <a:cubicBezTo>
                    <a:pt x="681627" y="0"/>
                    <a:pt x="698915" y="17288"/>
                    <a:pt x="698915" y="38613"/>
                  </a:cubicBezTo>
                  <a:lnTo>
                    <a:pt x="698915" y="1131953"/>
                  </a:lnTo>
                  <a:cubicBezTo>
                    <a:pt x="698915" y="1142194"/>
                    <a:pt x="694847" y="1152015"/>
                    <a:pt x="687606" y="1159256"/>
                  </a:cubicBezTo>
                  <a:cubicBezTo>
                    <a:pt x="680364" y="1166498"/>
                    <a:pt x="670543" y="1170566"/>
                    <a:pt x="660302" y="1170566"/>
                  </a:cubicBezTo>
                  <a:lnTo>
                    <a:pt x="38613" y="1170566"/>
                  </a:lnTo>
                  <a:cubicBezTo>
                    <a:pt x="17288" y="1170566"/>
                    <a:pt x="0" y="1153278"/>
                    <a:pt x="0" y="1131953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blipFill>
              <a:blip r:embed="rId3"/>
              <a:stretch>
                <a:fillRect t="-279" b="-279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3929063" cy="5143500"/>
            <a:chOff x="0" y="0"/>
            <a:chExt cx="2069630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69630" cy="2709333"/>
            </a:xfrm>
            <a:custGeom>
              <a:avLst/>
              <a:gdLst/>
              <a:ahLst/>
              <a:cxnLst/>
              <a:rect l="l" t="t" r="r" b="b"/>
              <a:pathLst>
                <a:path w="2069630" h="2709333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9AAFE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06963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648200" y="3911203"/>
            <a:ext cx="1438275" cy="504797"/>
            <a:chOff x="0" y="-9525"/>
            <a:chExt cx="3835400" cy="1346124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3835400" cy="4445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325"/>
                </a:lnSpc>
                <a:spcBef>
                  <a:spcPct val="0"/>
                </a:spcBef>
              </a:pPr>
              <a:r>
                <a:rPr lang="en-US" sz="1100" b="1" spc="-17">
                  <a:solidFill>
                    <a:srgbClr val="4A90E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2x3 mreža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52653"/>
              <a:ext cx="3835400" cy="6839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026"/>
                </a:lnSpc>
                <a:spcBef>
                  <a:spcPct val="0"/>
                </a:spcBef>
              </a:pPr>
              <a:r>
                <a:rPr lang="en-US" sz="800" spc="-12">
                  <a:solidFill>
                    <a:srgbClr val="77777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Praktičan primer sa </a:t>
              </a:r>
              <a:r>
                <a:rPr lang="en-US" sz="800" b="1" spc="-12">
                  <a:solidFill>
                    <a:srgbClr val="77777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prikazom elemenata</a:t>
              </a:r>
              <a:r>
                <a:rPr lang="en-US" sz="800" spc="-12">
                  <a:solidFill>
                    <a:srgbClr val="77777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u mreži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05613" y="3929015"/>
            <a:ext cx="1438275" cy="633038"/>
            <a:chOff x="0" y="-9525"/>
            <a:chExt cx="3835400" cy="168810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3835400" cy="4445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325"/>
                </a:lnSpc>
                <a:spcBef>
                  <a:spcPct val="0"/>
                </a:spcBef>
              </a:pPr>
              <a:r>
                <a:rPr lang="en-US" sz="1100" b="1" spc="-17">
                  <a:solidFill>
                    <a:srgbClr val="4A90E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Atributi pozicioniranja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652653"/>
              <a:ext cx="3835400" cy="10259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026"/>
                </a:lnSpc>
                <a:spcBef>
                  <a:spcPct val="0"/>
                </a:spcBef>
              </a:pPr>
              <a:r>
                <a:rPr lang="en-US" sz="800" spc="-12">
                  <a:solidFill>
                    <a:srgbClr val="77777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Upotreba </a:t>
              </a:r>
              <a:r>
                <a:rPr lang="en-US" sz="800" b="1" spc="-12">
                  <a:solidFill>
                    <a:srgbClr val="77777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layout_row</a:t>
              </a:r>
              <a:r>
                <a:rPr lang="en-US" sz="800" spc="-12">
                  <a:solidFill>
                    <a:srgbClr val="77777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i </a:t>
              </a:r>
              <a:r>
                <a:rPr lang="en-US" sz="800" b="1" spc="-12">
                  <a:solidFill>
                    <a:srgbClr val="77777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layout_column</a:t>
              </a:r>
              <a:r>
                <a:rPr lang="en-US" sz="800" spc="-12">
                  <a:solidFill>
                    <a:srgbClr val="77777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za pozicioniranje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33375" y="366713"/>
            <a:ext cx="3510623" cy="1689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00"/>
              </a:lnSpc>
            </a:pPr>
            <a:r>
              <a:rPr lang="en-US" sz="4000" spc="-12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Praktičan XML primer GridLayout-a</a:t>
            </a:r>
          </a:p>
        </p:txBody>
      </p:sp>
    </p:spTree>
    <p:extLst>
      <p:ext uri="{BB962C8B-B14F-4D97-AF65-F5344CB8AC3E}">
        <p14:creationId xmlns:p14="http://schemas.microsoft.com/office/powerpoint/2010/main" val="3482271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144000" cy="1228725"/>
            <a:chOff x="0" y="0"/>
            <a:chExt cx="4816593" cy="6472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647230"/>
            </a:xfrm>
            <a:custGeom>
              <a:avLst/>
              <a:gdLst/>
              <a:ahLst/>
              <a:cxnLst/>
              <a:rect l="l" t="t" r="r" b="b"/>
              <a:pathLst>
                <a:path w="4816592" h="647230">
                  <a:moveTo>
                    <a:pt x="0" y="0"/>
                  </a:moveTo>
                  <a:lnTo>
                    <a:pt x="4816592" y="0"/>
                  </a:lnTo>
                  <a:lnTo>
                    <a:pt x="4816592" y="647230"/>
                  </a:lnTo>
                  <a:lnTo>
                    <a:pt x="0" y="647230"/>
                  </a:ln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7043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33375" y="1676400"/>
            <a:ext cx="5600700" cy="3133725"/>
            <a:chOff x="0" y="0"/>
            <a:chExt cx="1471052" cy="8230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71052" cy="823089"/>
            </a:xfrm>
            <a:custGeom>
              <a:avLst/>
              <a:gdLst/>
              <a:ahLst/>
              <a:cxnLst/>
              <a:rect l="l" t="t" r="r" b="b"/>
              <a:pathLst>
                <a:path w="1471052" h="823089">
                  <a:moveTo>
                    <a:pt x="13823" y="0"/>
                  </a:moveTo>
                  <a:lnTo>
                    <a:pt x="1457229" y="0"/>
                  </a:lnTo>
                  <a:cubicBezTo>
                    <a:pt x="1460895" y="0"/>
                    <a:pt x="1464411" y="1456"/>
                    <a:pt x="1467004" y="4049"/>
                  </a:cubicBezTo>
                  <a:cubicBezTo>
                    <a:pt x="1469596" y="6641"/>
                    <a:pt x="1471052" y="10157"/>
                    <a:pt x="1471052" y="13823"/>
                  </a:cubicBezTo>
                  <a:lnTo>
                    <a:pt x="1471052" y="809266"/>
                  </a:lnTo>
                  <a:cubicBezTo>
                    <a:pt x="1471052" y="812932"/>
                    <a:pt x="1469596" y="816448"/>
                    <a:pt x="1467004" y="819040"/>
                  </a:cubicBezTo>
                  <a:cubicBezTo>
                    <a:pt x="1464411" y="821632"/>
                    <a:pt x="1460895" y="823089"/>
                    <a:pt x="1457229" y="823089"/>
                  </a:cubicBezTo>
                  <a:lnTo>
                    <a:pt x="13823" y="823089"/>
                  </a:lnTo>
                  <a:cubicBezTo>
                    <a:pt x="10157" y="823089"/>
                    <a:pt x="6641" y="821632"/>
                    <a:pt x="4049" y="819040"/>
                  </a:cubicBezTo>
                  <a:cubicBezTo>
                    <a:pt x="1456" y="816448"/>
                    <a:pt x="0" y="812932"/>
                    <a:pt x="0" y="809266"/>
                  </a:cubicBezTo>
                  <a:lnTo>
                    <a:pt x="0" y="13823"/>
                  </a:lnTo>
                  <a:cubicBezTo>
                    <a:pt x="0" y="10157"/>
                    <a:pt x="1456" y="6641"/>
                    <a:pt x="4049" y="4049"/>
                  </a:cubicBezTo>
                  <a:cubicBezTo>
                    <a:pt x="6641" y="1456"/>
                    <a:pt x="10157" y="0"/>
                    <a:pt x="13823" y="0"/>
                  </a:cubicBezTo>
                  <a:close/>
                </a:path>
              </a:pathLst>
            </a:custGeom>
            <a:blipFill>
              <a:blip r:embed="rId2"/>
              <a:stretch>
                <a:fillRect l="-521" r="-521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6086475" y="1676400"/>
            <a:ext cx="2724150" cy="3133725"/>
            <a:chOff x="0" y="0"/>
            <a:chExt cx="715512" cy="8230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15512" cy="823089"/>
            </a:xfrm>
            <a:custGeom>
              <a:avLst/>
              <a:gdLst/>
              <a:ahLst/>
              <a:cxnLst/>
              <a:rect l="l" t="t" r="r" b="b"/>
              <a:pathLst>
                <a:path w="715512" h="823089">
                  <a:moveTo>
                    <a:pt x="28420" y="0"/>
                  </a:moveTo>
                  <a:lnTo>
                    <a:pt x="687092" y="0"/>
                  </a:lnTo>
                  <a:cubicBezTo>
                    <a:pt x="702788" y="0"/>
                    <a:pt x="715512" y="12724"/>
                    <a:pt x="715512" y="28420"/>
                  </a:cubicBezTo>
                  <a:lnTo>
                    <a:pt x="715512" y="794669"/>
                  </a:lnTo>
                  <a:cubicBezTo>
                    <a:pt x="715512" y="802206"/>
                    <a:pt x="712518" y="809435"/>
                    <a:pt x="707188" y="814765"/>
                  </a:cubicBezTo>
                  <a:cubicBezTo>
                    <a:pt x="701858" y="820095"/>
                    <a:pt x="694630" y="823089"/>
                    <a:pt x="687092" y="823089"/>
                  </a:cubicBezTo>
                  <a:lnTo>
                    <a:pt x="28420" y="823089"/>
                  </a:lnTo>
                  <a:cubicBezTo>
                    <a:pt x="12724" y="823089"/>
                    <a:pt x="0" y="810365"/>
                    <a:pt x="0" y="794669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3"/>
              <a:stretch>
                <a:fillRect t="-103" b="-103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333375" y="404813"/>
            <a:ext cx="8477250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00"/>
              </a:lnSpc>
            </a:pPr>
            <a:r>
              <a:rPr lang="en-US" sz="4000" spc="-120">
                <a:solidFill>
                  <a:srgbClr val="F9F9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Pregled dizajna GridLayout-a</a:t>
            </a:r>
          </a:p>
        </p:txBody>
      </p:sp>
    </p:spTree>
    <p:extLst>
      <p:ext uri="{BB962C8B-B14F-4D97-AF65-F5344CB8AC3E}">
        <p14:creationId xmlns:p14="http://schemas.microsoft.com/office/powerpoint/2010/main" val="3851940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929063" cy="5143500"/>
            <a:chOff x="0" y="0"/>
            <a:chExt cx="206963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69630" cy="2709333"/>
            </a:xfrm>
            <a:custGeom>
              <a:avLst/>
              <a:gdLst/>
              <a:ahLst/>
              <a:cxnLst/>
              <a:rect l="l" t="t" r="r" b="b"/>
              <a:pathLst>
                <a:path w="2069630" h="2709333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9AAFE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069630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8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3374" y="400050"/>
            <a:ext cx="3248026" cy="14234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75"/>
              </a:lnSpc>
            </a:pPr>
            <a:r>
              <a:rPr lang="en-US" sz="370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Poređenje GridLayout-a i TableLayout-a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648200" y="328613"/>
            <a:ext cx="432494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>
                <a:solidFill>
                  <a:srgbClr val="4A90E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48200" y="2566988"/>
            <a:ext cx="432494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>
                <a:solidFill>
                  <a:srgbClr val="4A90E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367338" y="329803"/>
            <a:ext cx="3443288" cy="1317546"/>
            <a:chOff x="0" y="-9525"/>
            <a:chExt cx="9182100" cy="3513456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9182100" cy="6155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800"/>
                </a:lnSpc>
                <a:spcBef>
                  <a:spcPct val="0"/>
                </a:spcBef>
              </a:pPr>
              <a:r>
                <a:rPr lang="en-US" sz="1500" b="1" spc="-22">
                  <a:solidFill>
                    <a:srgbClr val="4A90E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Fleksibilnost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295189"/>
              <a:ext cx="9182100" cy="22087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625"/>
                </a:lnSpc>
                <a:spcBef>
                  <a:spcPct val="0"/>
                </a:spcBef>
              </a:pPr>
              <a:r>
                <a:rPr lang="en-US" sz="1200" spc="-19">
                  <a:solidFill>
                    <a:srgbClr val="77777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GridLayout nudi </a:t>
              </a:r>
              <a:r>
                <a:rPr lang="en-US" sz="1200" b="1" spc="-19">
                  <a:solidFill>
                    <a:srgbClr val="77777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veću fleksibilnost</a:t>
              </a:r>
              <a:r>
                <a:rPr lang="en-US" sz="1200" spc="-19">
                  <a:solidFill>
                    <a:srgbClr val="77777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u rasporedu elemenata, omogućavajući preklapanje i dinamičke izmene, čime je idealan za kompleksne UI dizajne u aplikacijama.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367338" y="2568178"/>
            <a:ext cx="3443288" cy="1317546"/>
            <a:chOff x="0" y="-9525"/>
            <a:chExt cx="9182100" cy="3513456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9182100" cy="6155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800"/>
                </a:lnSpc>
                <a:spcBef>
                  <a:spcPct val="0"/>
                </a:spcBef>
              </a:pPr>
              <a:r>
                <a:rPr lang="en-US" sz="1500" b="1" spc="-22">
                  <a:solidFill>
                    <a:srgbClr val="4A90E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Statističke tabele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295189"/>
              <a:ext cx="9182100" cy="22087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625"/>
                </a:lnSpc>
                <a:spcBef>
                  <a:spcPct val="0"/>
                </a:spcBef>
              </a:pPr>
              <a:r>
                <a:rPr lang="en-US" sz="1200" spc="-19">
                  <a:solidFill>
                    <a:srgbClr val="77777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TableLayout je bolji izbor za </a:t>
              </a:r>
              <a:r>
                <a:rPr lang="en-US" sz="1200" b="1" spc="-19">
                  <a:solidFill>
                    <a:srgbClr val="77777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statičke tabele</a:t>
              </a:r>
              <a:r>
                <a:rPr lang="en-US" sz="1200" spc="-19">
                  <a:solidFill>
                    <a:srgbClr val="77777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jer pruža jednostavan način za organizaciju podataka u redove i kolone, bez komplikacija dinamičkog rasporeda.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4812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929063" cy="5143500"/>
            <a:chOff x="0" y="0"/>
            <a:chExt cx="206963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69630" cy="2709333"/>
            </a:xfrm>
            <a:custGeom>
              <a:avLst/>
              <a:gdLst/>
              <a:ahLst/>
              <a:cxnLst/>
              <a:rect l="l" t="t" r="r" b="b"/>
              <a:pathLst>
                <a:path w="2069630" h="2709333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9AAFE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069630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8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3375" y="404813"/>
            <a:ext cx="2724150" cy="1039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00"/>
              </a:lnSpc>
            </a:pPr>
            <a:r>
              <a:rPr lang="en-US" sz="400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Responsive dizajn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367338" y="3468846"/>
            <a:ext cx="3443288" cy="899637"/>
            <a:chOff x="0" y="-9525"/>
            <a:chExt cx="9182100" cy="2399031"/>
          </a:xfrm>
        </p:grpSpPr>
        <p:sp>
          <p:nvSpPr>
            <p:cNvPr id="8" name="TextBox 8"/>
            <p:cNvSpPr txBox="1"/>
            <p:nvPr/>
          </p:nvSpPr>
          <p:spPr>
            <a:xfrm>
              <a:off x="0" y="-9525"/>
              <a:ext cx="9182100" cy="6155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800"/>
                </a:lnSpc>
                <a:spcBef>
                  <a:spcPct val="0"/>
                </a:spcBef>
              </a:pPr>
              <a:r>
                <a:rPr lang="en-US" sz="1500" b="1" spc="-22">
                  <a:solidFill>
                    <a:srgbClr val="4A90E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Prilagođavanje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295189"/>
              <a:ext cx="9182100" cy="10943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625"/>
                </a:lnSpc>
                <a:spcBef>
                  <a:spcPct val="0"/>
                </a:spcBef>
              </a:pPr>
              <a:r>
                <a:rPr lang="en-US" sz="1200" spc="-19">
                  <a:solidFill>
                    <a:srgbClr val="77777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Ekran se automatski prilagođava orijentaciji korisnika.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648200" y="2125028"/>
            <a:ext cx="432494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>
                <a:solidFill>
                  <a:srgbClr val="4A90E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48200" y="776685"/>
            <a:ext cx="432494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>
                <a:solidFill>
                  <a:srgbClr val="4A90E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48200" y="3468053"/>
            <a:ext cx="432494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>
                <a:solidFill>
                  <a:srgbClr val="4A90E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367338" y="2120503"/>
            <a:ext cx="3443288" cy="694452"/>
            <a:chOff x="0" y="-9525"/>
            <a:chExt cx="9182100" cy="1851872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9525"/>
              <a:ext cx="9182100" cy="6155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800"/>
                </a:lnSpc>
                <a:spcBef>
                  <a:spcPct val="0"/>
                </a:spcBef>
              </a:pPr>
              <a:r>
                <a:rPr lang="en-US" sz="1500" b="1" spc="-22">
                  <a:solidFill>
                    <a:srgbClr val="4A90E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Tehnike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295190"/>
              <a:ext cx="9182100" cy="54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625"/>
                </a:lnSpc>
                <a:spcBef>
                  <a:spcPct val="0"/>
                </a:spcBef>
              </a:pPr>
              <a:r>
                <a:rPr lang="en-US" sz="1200" spc="-19">
                  <a:solidFill>
                    <a:srgbClr val="77777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Upotreba weight i percent-a za bolje rasporede.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367338" y="777478"/>
            <a:ext cx="3443288" cy="899637"/>
            <a:chOff x="0" y="-9525"/>
            <a:chExt cx="9182100" cy="2399031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9525"/>
              <a:ext cx="9182100" cy="6155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800"/>
                </a:lnSpc>
                <a:spcBef>
                  <a:spcPct val="0"/>
                </a:spcBef>
              </a:pPr>
              <a:r>
                <a:rPr lang="en-US" sz="1500" b="1" spc="-22">
                  <a:solidFill>
                    <a:srgbClr val="4A90E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Atributi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295189"/>
              <a:ext cx="9182100" cy="10943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625"/>
                </a:lnSpc>
                <a:spcBef>
                  <a:spcPct val="0"/>
                </a:spcBef>
              </a:pPr>
              <a:r>
                <a:rPr lang="en-US" sz="1200" spc="-19">
                  <a:solidFill>
                    <a:srgbClr val="77777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Korisni za dinamičko prilagođavanje dimenzijama ekrana.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8301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929063" cy="5143500"/>
            <a:chOff x="0" y="0"/>
            <a:chExt cx="1031988" cy="13509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1988" cy="1350966"/>
            </a:xfrm>
            <a:custGeom>
              <a:avLst/>
              <a:gdLst/>
              <a:ahLst/>
              <a:cxnLst/>
              <a:rect l="l" t="t" r="r" b="b"/>
              <a:pathLst>
                <a:path w="1031988" h="1350966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33333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526256" y="333375"/>
            <a:ext cx="2876550" cy="4476750"/>
            <a:chOff x="0" y="0"/>
            <a:chExt cx="814724" cy="12679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4724" cy="1267949"/>
            </a:xfrm>
            <a:custGeom>
              <a:avLst/>
              <a:gdLst/>
              <a:ahLst/>
              <a:cxnLst/>
              <a:rect l="l" t="t" r="r" b="b"/>
              <a:pathLst>
                <a:path w="814724" h="1267949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4648200" y="4191318"/>
            <a:ext cx="4162425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0"/>
              </a:lnSpc>
            </a:pPr>
            <a:r>
              <a:rPr lang="en-US" sz="1900" spc="-28">
                <a:solidFill>
                  <a:srgbClr val="77777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Saveti za optimizaciju korisničkog interfejsa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51880" y="471487"/>
            <a:ext cx="4158746" cy="1947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478"/>
              </a:lnSpc>
            </a:pPr>
            <a:r>
              <a:rPr lang="en-US" sz="7500" spc="-262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Efikasan raspored</a:t>
            </a:r>
          </a:p>
        </p:txBody>
      </p:sp>
      <p:sp>
        <p:nvSpPr>
          <p:cNvPr id="8" name="Freeform 8"/>
          <p:cNvSpPr/>
          <p:nvPr/>
        </p:nvSpPr>
        <p:spPr>
          <a:xfrm rot="-3117037">
            <a:off x="2709392" y="3976361"/>
            <a:ext cx="1056302" cy="929546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165793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929063" cy="5143500"/>
            <a:chOff x="0" y="0"/>
            <a:chExt cx="2677931" cy="35056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77931" cy="3505655"/>
            </a:xfrm>
            <a:custGeom>
              <a:avLst/>
              <a:gdLst/>
              <a:ahLst/>
              <a:cxnLst/>
              <a:rect l="l" t="t" r="r" b="b"/>
              <a:pathLst>
                <a:path w="2677931" h="3505655">
                  <a:moveTo>
                    <a:pt x="0" y="0"/>
                  </a:moveTo>
                  <a:lnTo>
                    <a:pt x="2677931" y="0"/>
                  </a:lnTo>
                  <a:lnTo>
                    <a:pt x="2677931" y="3505655"/>
                  </a:lnTo>
                  <a:lnTo>
                    <a:pt x="0" y="3505655"/>
                  </a:lnTo>
                  <a:close/>
                </a:path>
              </a:pathLst>
            </a:custGeom>
            <a:blipFill>
              <a:blip r:embed="rId2"/>
              <a:stretch>
                <a:fillRect t="-255" b="-25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648200" y="3019399"/>
            <a:ext cx="2005013" cy="1300154"/>
            <a:chOff x="0" y="0"/>
            <a:chExt cx="5346700" cy="3467078"/>
          </a:xfrm>
        </p:grpSpPr>
        <p:sp>
          <p:nvSpPr>
            <p:cNvPr id="5" name="TextBox 5"/>
            <p:cNvSpPr txBox="1"/>
            <p:nvPr/>
          </p:nvSpPr>
          <p:spPr>
            <a:xfrm>
              <a:off x="0" y="0"/>
              <a:ext cx="5346700" cy="14362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100"/>
                </a:lnSpc>
              </a:pPr>
              <a:r>
                <a:rPr lang="en-US" sz="1700">
                  <a:solidFill>
                    <a:srgbClr val="374151"/>
                  </a:solidFill>
                  <a:latin typeface="Radley"/>
                  <a:ea typeface="Radley"/>
                  <a:cs typeface="Radley"/>
                  <a:sym typeface="Radley"/>
                </a:rPr>
                <a:t>Osnovne komponente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822121"/>
              <a:ext cx="5346700" cy="1644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191309" lvl="1" indent="-95655">
                <a:lnSpc>
                  <a:spcPts val="1241"/>
                </a:lnSpc>
                <a:buFont typeface="Arial"/>
                <a:buChar char="•"/>
              </a:pPr>
              <a:r>
                <a:rPr lang="en-US" sz="900">
                  <a:solidFill>
                    <a:srgbClr val="374151"/>
                  </a:solidFill>
                  <a:latin typeface="Radley"/>
                  <a:ea typeface="Radley"/>
                  <a:cs typeface="Radley"/>
                  <a:sym typeface="Radley"/>
                </a:rPr>
                <a:t>Layout = raspored elemenata</a:t>
              </a:r>
            </a:p>
            <a:p>
              <a:pPr marL="191309" lvl="1" indent="-95655">
                <a:lnSpc>
                  <a:spcPts val="1241"/>
                </a:lnSpc>
                <a:buFont typeface="Arial"/>
                <a:buChar char="•"/>
              </a:pPr>
              <a:r>
                <a:rPr lang="en-US" sz="900">
                  <a:solidFill>
                    <a:srgbClr val="374151"/>
                  </a:solidFill>
                  <a:latin typeface="Radley"/>
                  <a:ea typeface="Radley"/>
                  <a:cs typeface="Radley"/>
                  <a:sym typeface="Radley"/>
                </a:rPr>
                <a:t>View i ViewGroup su osnova</a:t>
              </a:r>
            </a:p>
            <a:p>
              <a:pPr marL="191309" lvl="1" indent="-95655">
                <a:lnSpc>
                  <a:spcPts val="1241"/>
                </a:lnSpc>
                <a:buFont typeface="Arial"/>
                <a:buChar char="•"/>
              </a:pPr>
              <a:r>
                <a:rPr lang="en-US" sz="900">
                  <a:solidFill>
                    <a:srgbClr val="374151"/>
                  </a:solidFill>
                  <a:latin typeface="Radley"/>
                  <a:ea typeface="Radley"/>
                  <a:cs typeface="Radley"/>
                  <a:sym typeface="Radley"/>
                </a:rPr>
                <a:t>XML definiše strukturu</a:t>
              </a:r>
            </a:p>
            <a:p>
              <a:pPr marL="191309" lvl="1" indent="-95655">
                <a:lnSpc>
                  <a:spcPts val="1241"/>
                </a:lnSpc>
                <a:buFont typeface="Arial"/>
                <a:buChar char="•"/>
              </a:pPr>
              <a:r>
                <a:rPr lang="en-US" sz="900">
                  <a:solidFill>
                    <a:srgbClr val="374151"/>
                  </a:solidFill>
                  <a:latin typeface="Radley"/>
                  <a:ea typeface="Radley"/>
                  <a:cs typeface="Radley"/>
                  <a:sym typeface="Radley"/>
                </a:rPr>
                <a:t>Praktičan značaj za UI dizajn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805613" y="3019425"/>
            <a:ext cx="2005013" cy="1760513"/>
            <a:chOff x="0" y="0"/>
            <a:chExt cx="5346700" cy="4694702"/>
          </a:xfrm>
        </p:grpSpPr>
        <p:sp>
          <p:nvSpPr>
            <p:cNvPr id="8" name="TextBox 8"/>
            <p:cNvSpPr txBox="1"/>
            <p:nvPr/>
          </p:nvSpPr>
          <p:spPr>
            <a:xfrm>
              <a:off x="0" y="0"/>
              <a:ext cx="5346700" cy="7181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10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374151"/>
                  </a:solidFill>
                  <a:latin typeface="Radley"/>
                  <a:ea typeface="Radley"/>
                  <a:cs typeface="Radley"/>
                  <a:sym typeface="Radley"/>
                </a:rPr>
                <a:t>Dodatne informacije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822120"/>
              <a:ext cx="5346700" cy="28725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191309" lvl="1" indent="-95655">
                <a:lnSpc>
                  <a:spcPts val="1241"/>
                </a:lnSpc>
                <a:buFont typeface="Arial"/>
                <a:buChar char="•"/>
              </a:pPr>
              <a:r>
                <a:rPr lang="en-US" sz="900">
                  <a:solidFill>
                    <a:srgbClr val="374151"/>
                  </a:solidFill>
                  <a:latin typeface="Radley"/>
                  <a:ea typeface="Radley"/>
                  <a:cs typeface="Radley"/>
                  <a:sym typeface="Radley"/>
                </a:rPr>
                <a:t>UI hijerhija objašnjava strukturu</a:t>
              </a:r>
            </a:p>
            <a:p>
              <a:pPr marL="191309" lvl="1" indent="-95655">
                <a:lnSpc>
                  <a:spcPts val="1241"/>
                </a:lnSpc>
                <a:buFont typeface="Arial"/>
                <a:buChar char="•"/>
              </a:pPr>
              <a:r>
                <a:rPr lang="en-US" sz="900">
                  <a:solidFill>
                    <a:srgbClr val="374151"/>
                  </a:solidFill>
                  <a:latin typeface="Radley"/>
                  <a:ea typeface="Radley"/>
                  <a:cs typeface="Radley"/>
                  <a:sym typeface="Radley"/>
                </a:rPr>
                <a:t>Fleksibilnost prilagođavanja elemenata</a:t>
              </a:r>
            </a:p>
            <a:p>
              <a:pPr marL="191309" lvl="1" indent="-95655">
                <a:lnSpc>
                  <a:spcPts val="1241"/>
                </a:lnSpc>
                <a:buFont typeface="Arial"/>
                <a:buChar char="•"/>
              </a:pPr>
              <a:r>
                <a:rPr lang="en-US" sz="900">
                  <a:solidFill>
                    <a:srgbClr val="374151"/>
                  </a:solidFill>
                  <a:latin typeface="Radley"/>
                  <a:ea typeface="Radley"/>
                  <a:cs typeface="Radley"/>
                  <a:sym typeface="Radley"/>
                </a:rPr>
                <a:t>Performanse utiču na korisničko iskustvo</a:t>
              </a:r>
            </a:p>
            <a:p>
              <a:pPr marL="191309" lvl="1" indent="-95655">
                <a:lnSpc>
                  <a:spcPts val="1241"/>
                </a:lnSpc>
                <a:buFont typeface="Arial"/>
                <a:buChar char="•"/>
              </a:pPr>
              <a:r>
                <a:rPr lang="en-US" sz="900">
                  <a:solidFill>
                    <a:srgbClr val="374151"/>
                  </a:solidFill>
                  <a:latin typeface="Radley"/>
                  <a:ea typeface="Radley"/>
                  <a:cs typeface="Radley"/>
                  <a:sym typeface="Radley"/>
                </a:rPr>
                <a:t>Važnost pravilnog korišćenja resursa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648200" y="386953"/>
            <a:ext cx="3595688" cy="1679972"/>
            <a:chOff x="0" y="142875"/>
            <a:chExt cx="9588500" cy="4479925"/>
          </a:xfrm>
        </p:grpSpPr>
        <p:sp>
          <p:nvSpPr>
            <p:cNvPr id="11" name="AutoShape 11"/>
            <p:cNvSpPr/>
            <p:nvPr/>
          </p:nvSpPr>
          <p:spPr>
            <a:xfrm>
              <a:off x="0" y="4622800"/>
              <a:ext cx="9588500" cy="0"/>
            </a:xfrm>
            <a:prstGeom prst="line">
              <a:avLst/>
            </a:prstGeom>
            <a:ln w="25400" cap="flat">
              <a:solidFill>
                <a:srgbClr val="1F2937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142875"/>
              <a:ext cx="9588500" cy="24563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499"/>
                </a:lnSpc>
              </a:pPr>
              <a:r>
                <a:rPr lang="en-US" sz="3500">
                  <a:solidFill>
                    <a:srgbClr val="1F2937"/>
                  </a:solidFill>
                  <a:latin typeface="Radley"/>
                  <a:ea typeface="Radley"/>
                  <a:cs typeface="Radley"/>
                  <a:sym typeface="Radley"/>
                </a:rPr>
                <a:t>Kratak rezime oblasti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990639"/>
              <a:ext cx="9588500" cy="12311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820"/>
                </a:lnSpc>
              </a:pPr>
              <a:r>
                <a:rPr lang="en-US">
                  <a:solidFill>
                    <a:srgbClr val="374151"/>
                  </a:solidFill>
                  <a:latin typeface="Radley"/>
                  <a:ea typeface="Radley"/>
                  <a:cs typeface="Radley"/>
                  <a:sym typeface="Radley"/>
                </a:rPr>
                <a:t>Pregled osnovnih pojmova Android Layout sistema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8951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929063" cy="5143500"/>
            <a:chOff x="0" y="0"/>
            <a:chExt cx="2677931" cy="35056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77931" cy="3505655"/>
            </a:xfrm>
            <a:custGeom>
              <a:avLst/>
              <a:gdLst/>
              <a:ahLst/>
              <a:cxnLst/>
              <a:rect l="l" t="t" r="r" b="b"/>
              <a:pathLst>
                <a:path w="2677931" h="3505655">
                  <a:moveTo>
                    <a:pt x="0" y="0"/>
                  </a:moveTo>
                  <a:lnTo>
                    <a:pt x="2677931" y="0"/>
                  </a:lnTo>
                  <a:lnTo>
                    <a:pt x="2677931" y="3505655"/>
                  </a:lnTo>
                  <a:lnTo>
                    <a:pt x="0" y="3505655"/>
                  </a:lnTo>
                  <a:close/>
                </a:path>
              </a:pathLst>
            </a:custGeom>
            <a:blipFill>
              <a:blip r:embed="rId2"/>
              <a:stretch>
                <a:fillRect t="-255" b="-25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648200" y="3019399"/>
            <a:ext cx="2005013" cy="1135931"/>
            <a:chOff x="0" y="0"/>
            <a:chExt cx="5346700" cy="3029147"/>
          </a:xfrm>
        </p:grpSpPr>
        <p:sp>
          <p:nvSpPr>
            <p:cNvPr id="5" name="TextBox 5"/>
            <p:cNvSpPr txBox="1"/>
            <p:nvPr/>
          </p:nvSpPr>
          <p:spPr>
            <a:xfrm>
              <a:off x="0" y="0"/>
              <a:ext cx="5346700" cy="7181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100"/>
                </a:lnSpc>
              </a:pPr>
              <a:r>
                <a:rPr lang="en-US" sz="1700">
                  <a:solidFill>
                    <a:srgbClr val="374151"/>
                  </a:solidFill>
                  <a:latin typeface="Radley"/>
                  <a:ea typeface="Radley"/>
                  <a:cs typeface="Radley"/>
                  <a:sym typeface="Radley"/>
                </a:rPr>
                <a:t>Osnovni koncepti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114095"/>
              <a:ext cx="5346700" cy="19150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15901" lvl="1" indent="-107951">
                <a:lnSpc>
                  <a:spcPts val="1400"/>
                </a:lnSpc>
                <a:buFont typeface="Arial"/>
                <a:buChar char="•"/>
              </a:pPr>
              <a:r>
                <a:rPr lang="en-US" sz="1000">
                  <a:solidFill>
                    <a:srgbClr val="374151"/>
                  </a:solidFill>
                  <a:latin typeface="Radley"/>
                  <a:ea typeface="Radley"/>
                  <a:cs typeface="Radley"/>
                  <a:sym typeface="Radley"/>
                </a:rPr>
                <a:t>Layout kao osnova</a:t>
              </a:r>
            </a:p>
            <a:p>
              <a:pPr marL="215901" lvl="1" indent="-107951">
                <a:lnSpc>
                  <a:spcPts val="1400"/>
                </a:lnSpc>
                <a:buFont typeface="Arial"/>
                <a:buChar char="•"/>
              </a:pPr>
              <a:r>
                <a:rPr lang="en-US" sz="1000">
                  <a:solidFill>
                    <a:srgbClr val="374151"/>
                  </a:solidFill>
                  <a:latin typeface="Radley"/>
                  <a:ea typeface="Radley"/>
                  <a:cs typeface="Radley"/>
                  <a:sym typeface="Radley"/>
                </a:rPr>
                <a:t>View i ViewGroup</a:t>
              </a:r>
            </a:p>
            <a:p>
              <a:pPr marL="215901" lvl="1" indent="-107951">
                <a:lnSpc>
                  <a:spcPts val="1400"/>
                </a:lnSpc>
                <a:buFont typeface="Arial"/>
                <a:buChar char="•"/>
              </a:pPr>
              <a:r>
                <a:rPr lang="en-US" sz="1000">
                  <a:solidFill>
                    <a:srgbClr val="374151"/>
                  </a:solidFill>
                  <a:latin typeface="Radley"/>
                  <a:ea typeface="Radley"/>
                  <a:cs typeface="Radley"/>
                  <a:sym typeface="Radley"/>
                </a:rPr>
                <a:t>XML kao definicija</a:t>
              </a:r>
            </a:p>
            <a:p>
              <a:pPr marL="215901" lvl="1" indent="-107951">
                <a:lnSpc>
                  <a:spcPts val="1400"/>
                </a:lnSpc>
                <a:buFont typeface="Arial"/>
                <a:buChar char="•"/>
              </a:pPr>
              <a:r>
                <a:rPr lang="en-US" sz="1000">
                  <a:solidFill>
                    <a:srgbClr val="374151"/>
                  </a:solidFill>
                  <a:latin typeface="Radley"/>
                  <a:ea typeface="Radley"/>
                  <a:cs typeface="Radley"/>
                  <a:sym typeface="Radley"/>
                </a:rPr>
                <a:t>Praktična primena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805613" y="3019425"/>
            <a:ext cx="2005013" cy="1135931"/>
            <a:chOff x="0" y="0"/>
            <a:chExt cx="5346700" cy="3029147"/>
          </a:xfrm>
        </p:grpSpPr>
        <p:sp>
          <p:nvSpPr>
            <p:cNvPr id="8" name="TextBox 8"/>
            <p:cNvSpPr txBox="1"/>
            <p:nvPr/>
          </p:nvSpPr>
          <p:spPr>
            <a:xfrm>
              <a:off x="0" y="0"/>
              <a:ext cx="5346700" cy="7181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10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374151"/>
                  </a:solidFill>
                  <a:latin typeface="Radley"/>
                  <a:ea typeface="Radley"/>
                  <a:cs typeface="Radley"/>
                  <a:sym typeface="Radley"/>
                </a:rPr>
                <a:t>Saveti za vežbanje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114095"/>
              <a:ext cx="5346700" cy="19150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15901" lvl="1" indent="-107951">
                <a:lnSpc>
                  <a:spcPts val="1400"/>
                </a:lnSpc>
                <a:buFont typeface="Arial"/>
                <a:buChar char="•"/>
              </a:pPr>
              <a:r>
                <a:rPr lang="en-US" sz="1000">
                  <a:solidFill>
                    <a:srgbClr val="374151"/>
                  </a:solidFill>
                  <a:latin typeface="Radley"/>
                  <a:ea typeface="Radley"/>
                  <a:cs typeface="Radley"/>
                  <a:sym typeface="Radley"/>
                </a:rPr>
                <a:t>Eksperimentišite često</a:t>
              </a:r>
            </a:p>
            <a:p>
              <a:pPr marL="215901" lvl="1" indent="-107951">
                <a:lnSpc>
                  <a:spcPts val="1400"/>
                </a:lnSpc>
                <a:buFont typeface="Arial"/>
                <a:buChar char="•"/>
              </a:pPr>
              <a:r>
                <a:rPr lang="en-US" sz="1000">
                  <a:solidFill>
                    <a:srgbClr val="374151"/>
                  </a:solidFill>
                  <a:latin typeface="Radley"/>
                  <a:ea typeface="Radley"/>
                  <a:cs typeface="Radley"/>
                  <a:sym typeface="Radley"/>
                </a:rPr>
                <a:t>Održavajte strukturu</a:t>
              </a:r>
            </a:p>
            <a:p>
              <a:pPr marL="215901" lvl="1" indent="-107951">
                <a:lnSpc>
                  <a:spcPts val="1400"/>
                </a:lnSpc>
                <a:buFont typeface="Arial"/>
                <a:buChar char="•"/>
              </a:pPr>
              <a:r>
                <a:rPr lang="en-US" sz="1000">
                  <a:solidFill>
                    <a:srgbClr val="374151"/>
                  </a:solidFill>
                  <a:latin typeface="Radley"/>
                  <a:ea typeface="Radley"/>
                  <a:cs typeface="Radley"/>
                  <a:sym typeface="Radley"/>
                </a:rPr>
                <a:t>Testirajte na uređajima</a:t>
              </a:r>
            </a:p>
            <a:p>
              <a:pPr marL="215901" lvl="1" indent="-107951">
                <a:lnSpc>
                  <a:spcPts val="1400"/>
                </a:lnSpc>
                <a:buFont typeface="Arial"/>
                <a:buChar char="•"/>
              </a:pPr>
              <a:r>
                <a:rPr lang="en-US" sz="1000">
                  <a:solidFill>
                    <a:srgbClr val="374151"/>
                  </a:solidFill>
                  <a:latin typeface="Radley"/>
                  <a:ea typeface="Radley"/>
                  <a:cs typeface="Radley"/>
                  <a:sym typeface="Radley"/>
                </a:rPr>
                <a:t>Pratite savremene smernice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648200" y="386953"/>
            <a:ext cx="3595688" cy="1451372"/>
            <a:chOff x="0" y="142875"/>
            <a:chExt cx="9588500" cy="3870325"/>
          </a:xfrm>
        </p:grpSpPr>
        <p:sp>
          <p:nvSpPr>
            <p:cNvPr id="11" name="AutoShape 11"/>
            <p:cNvSpPr/>
            <p:nvPr/>
          </p:nvSpPr>
          <p:spPr>
            <a:xfrm>
              <a:off x="0" y="4013200"/>
              <a:ext cx="9588500" cy="0"/>
            </a:xfrm>
            <a:prstGeom prst="line">
              <a:avLst/>
            </a:prstGeom>
            <a:ln w="25400" cap="flat">
              <a:solidFill>
                <a:srgbClr val="1F2937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142875"/>
              <a:ext cx="9588500" cy="24563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499"/>
                </a:lnSpc>
              </a:pPr>
              <a:r>
                <a:rPr lang="en-US" sz="3500">
                  <a:solidFill>
                    <a:srgbClr val="1F2937"/>
                  </a:solidFill>
                  <a:latin typeface="Radley"/>
                  <a:ea typeface="Radley"/>
                  <a:cs typeface="Radley"/>
                  <a:sym typeface="Radley"/>
                </a:rPr>
                <a:t>Zaključak o Android Layout-u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990639"/>
              <a:ext cx="9588500" cy="6155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820"/>
                </a:lnSpc>
              </a:pPr>
              <a:r>
                <a:rPr lang="en-US">
                  <a:solidFill>
                    <a:srgbClr val="374151"/>
                  </a:solidFill>
                  <a:latin typeface="Radley"/>
                  <a:ea typeface="Radley"/>
                  <a:cs typeface="Radley"/>
                  <a:sym typeface="Radley"/>
                </a:rPr>
                <a:t>Ključni elementi za uspešan dizajn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9737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375" y="1676400"/>
            <a:ext cx="2005013" cy="3133725"/>
            <a:chOff x="0" y="0"/>
            <a:chExt cx="1056138" cy="16506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9FAFB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6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490787" y="1676400"/>
            <a:ext cx="2005013" cy="3133725"/>
            <a:chOff x="0" y="0"/>
            <a:chExt cx="1056138" cy="16506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9FAFB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6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648200" y="1676400"/>
            <a:ext cx="2005013" cy="3133725"/>
            <a:chOff x="0" y="0"/>
            <a:chExt cx="1056138" cy="16506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62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05613" y="1676400"/>
            <a:ext cx="2005013" cy="3133725"/>
            <a:chOff x="0" y="0"/>
            <a:chExt cx="1056138" cy="165068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9FAFB"/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6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33375" y="371475"/>
            <a:ext cx="8477250" cy="536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4500" b="1" spc="-45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Nyutro Sans Heavy"/>
                <a:sym typeface="Nyutro Sans Heavy"/>
              </a:rPr>
              <a:t>Poređenje layout-ova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434885" y="3020616"/>
            <a:ext cx="1801993" cy="821948"/>
            <a:chOff x="0" y="28576"/>
            <a:chExt cx="4805315" cy="2191860"/>
          </a:xfrm>
        </p:grpSpPr>
        <p:sp>
          <p:nvSpPr>
            <p:cNvPr id="16" name="TextBox 16"/>
            <p:cNvSpPr txBox="1"/>
            <p:nvPr/>
          </p:nvSpPr>
          <p:spPr>
            <a:xfrm>
              <a:off x="0" y="28576"/>
              <a:ext cx="4805315" cy="6839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58"/>
                </a:lnSpc>
              </a:pPr>
              <a:r>
                <a:rPr lang="en-US" sz="2200" b="1" spc="-22">
                  <a:solidFill>
                    <a:srgbClr val="4B5563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LinearLayout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1587" y="989330"/>
              <a:ext cx="4042139" cy="12311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50"/>
                </a:lnSpc>
              </a:pPr>
              <a:r>
                <a:rPr lang="en-US" sz="1200">
                  <a:solidFill>
                    <a:srgbClr val="6B7280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Jednostavan raspored elemenata.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490788" y="3020616"/>
            <a:ext cx="1928812" cy="1069598"/>
            <a:chOff x="0" y="28576"/>
            <a:chExt cx="4042139" cy="2852260"/>
          </a:xfrm>
        </p:grpSpPr>
        <p:sp>
          <p:nvSpPr>
            <p:cNvPr id="19" name="TextBox 19"/>
            <p:cNvSpPr txBox="1"/>
            <p:nvPr/>
          </p:nvSpPr>
          <p:spPr>
            <a:xfrm>
              <a:off x="0" y="28576"/>
              <a:ext cx="4042139" cy="13678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58"/>
                </a:lnSpc>
              </a:pPr>
              <a:r>
                <a:rPr lang="en-US" sz="2200" b="1" spc="-22">
                  <a:solidFill>
                    <a:srgbClr val="4B5563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RelativeLayout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649730"/>
              <a:ext cx="4042139" cy="12311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50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6B7280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Raspored na osnovu odnosa.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648199" y="3020616"/>
            <a:ext cx="2005013" cy="1069598"/>
            <a:chOff x="0" y="28576"/>
            <a:chExt cx="4042139" cy="2852260"/>
          </a:xfrm>
        </p:grpSpPr>
        <p:sp>
          <p:nvSpPr>
            <p:cNvPr id="22" name="TextBox 22"/>
            <p:cNvSpPr txBox="1"/>
            <p:nvPr/>
          </p:nvSpPr>
          <p:spPr>
            <a:xfrm>
              <a:off x="0" y="28576"/>
              <a:ext cx="4042139" cy="6839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58"/>
                </a:lnSpc>
              </a:pPr>
              <a:r>
                <a:rPr lang="en-US" sz="1800" b="1" spc="-22">
                  <a:solidFill>
                    <a:srgbClr val="4B5563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ConstraintLayout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649730"/>
              <a:ext cx="4042139" cy="12311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50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6B7280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Fleksibilan i moćan layout.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805613" y="3020616"/>
            <a:ext cx="1957387" cy="821948"/>
            <a:chOff x="0" y="28576"/>
            <a:chExt cx="4033431" cy="2191860"/>
          </a:xfrm>
        </p:grpSpPr>
        <p:sp>
          <p:nvSpPr>
            <p:cNvPr id="25" name="TextBox 25"/>
            <p:cNvSpPr txBox="1"/>
            <p:nvPr/>
          </p:nvSpPr>
          <p:spPr>
            <a:xfrm>
              <a:off x="0" y="28576"/>
              <a:ext cx="4033431" cy="13678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58"/>
                </a:lnSpc>
              </a:pPr>
              <a:r>
                <a:rPr lang="en-US" sz="2200" b="1" spc="-22">
                  <a:solidFill>
                    <a:srgbClr val="4B5563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FrameLayout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989330"/>
              <a:ext cx="4033431" cy="12311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50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6B7280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Jednostavni slojevi elemenata.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860055" y="2370353"/>
            <a:ext cx="951654" cy="449873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3017467" y="2370353"/>
            <a:ext cx="951654" cy="449873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5174880" y="2370353"/>
            <a:ext cx="951654" cy="449873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7332292" y="2370353"/>
            <a:ext cx="951654" cy="449873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132025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09925" y="2124075"/>
            <a:ext cx="942066" cy="445340"/>
          </a:xfrm>
          <a:custGeom>
            <a:avLst/>
            <a:gdLst/>
            <a:ahLst/>
            <a:cxnLst/>
            <a:rect l="l" t="t" r="r" b="b"/>
            <a:pathLst>
              <a:path w="1884131" h="890680">
                <a:moveTo>
                  <a:pt x="0" y="0"/>
                </a:moveTo>
                <a:lnTo>
                  <a:pt x="1884131" y="0"/>
                </a:lnTo>
                <a:lnTo>
                  <a:pt x="1884131" y="890680"/>
                </a:lnTo>
                <a:lnTo>
                  <a:pt x="0" y="890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086475" y="2124075"/>
            <a:ext cx="942066" cy="445340"/>
          </a:xfrm>
          <a:custGeom>
            <a:avLst/>
            <a:gdLst/>
            <a:ahLst/>
            <a:cxnLst/>
            <a:rect l="l" t="t" r="r" b="b"/>
            <a:pathLst>
              <a:path w="1884131" h="890680">
                <a:moveTo>
                  <a:pt x="0" y="0"/>
                </a:moveTo>
                <a:lnTo>
                  <a:pt x="1884131" y="0"/>
                </a:lnTo>
                <a:lnTo>
                  <a:pt x="1884131" y="890680"/>
                </a:lnTo>
                <a:lnTo>
                  <a:pt x="0" y="890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333375" y="371475"/>
            <a:ext cx="5600700" cy="536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50"/>
              </a:lnSpc>
            </a:pPr>
            <a:r>
              <a:rPr lang="en-US" sz="4500" b="1" spc="-45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Nyutro Sans Heavy"/>
                <a:sym typeface="Nyutro Sans Heavy"/>
              </a:rPr>
              <a:t>Zaključak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3209925" y="3033713"/>
            <a:ext cx="2724150" cy="1333440"/>
            <a:chOff x="0" y="38101"/>
            <a:chExt cx="7264400" cy="3555840"/>
          </a:xfrm>
        </p:grpSpPr>
        <p:sp>
          <p:nvSpPr>
            <p:cNvPr id="6" name="TextBox 6"/>
            <p:cNvSpPr txBox="1"/>
            <p:nvPr/>
          </p:nvSpPr>
          <p:spPr>
            <a:xfrm>
              <a:off x="0" y="38101"/>
              <a:ext cx="7264400" cy="9453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700"/>
                </a:lnSpc>
              </a:pPr>
              <a:r>
                <a:rPr lang="en-US" sz="3000" b="1" spc="-30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Nyutro Sans Bold"/>
                  <a:sym typeface="Nyutro Sans Bold"/>
                </a:rPr>
                <a:t>Osnova dizajna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377949"/>
              <a:ext cx="7264400" cy="2215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69875" lvl="1" indent="-134938">
                <a:lnSpc>
                  <a:spcPct val="150000"/>
                </a:lnSpc>
                <a:buFont typeface="Arial"/>
                <a:buChar char="•"/>
              </a:pPr>
              <a:r>
                <a:rPr lang="en-US" sz="1800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Nyutro Sans"/>
                  <a:sym typeface="Nyutro Sans"/>
                </a:rPr>
                <a:t>UI struktura</a:t>
              </a:r>
            </a:p>
            <a:p>
              <a:pPr marL="269875" lvl="1" indent="-134938">
                <a:lnSpc>
                  <a:spcPct val="150000"/>
                </a:lnSpc>
                <a:buFont typeface="Arial"/>
                <a:buChar char="•"/>
              </a:pPr>
              <a:r>
                <a:rPr lang="en-US" sz="1800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Nyutro Sans"/>
                  <a:sym typeface="Nyutro Sans"/>
                </a:rPr>
                <a:t>Ključni elementi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086475" y="3033713"/>
            <a:ext cx="2724150" cy="1333440"/>
            <a:chOff x="0" y="38101"/>
            <a:chExt cx="7264400" cy="3555840"/>
          </a:xfrm>
        </p:grpSpPr>
        <p:sp>
          <p:nvSpPr>
            <p:cNvPr id="9" name="TextBox 9"/>
            <p:cNvSpPr txBox="1"/>
            <p:nvPr/>
          </p:nvSpPr>
          <p:spPr>
            <a:xfrm>
              <a:off x="0" y="38101"/>
              <a:ext cx="7264400" cy="9453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700"/>
                </a:lnSpc>
              </a:pPr>
              <a:r>
                <a:rPr lang="en-US" sz="3000" b="1" spc="-30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Nyutro Sans Bold"/>
                  <a:sym typeface="Nyutro Sans Bold"/>
                </a:rPr>
                <a:t>Održavanje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377949"/>
              <a:ext cx="7264400" cy="2215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69875" lvl="1" indent="-134938">
                <a:lnSpc>
                  <a:spcPct val="150000"/>
                </a:lnSpc>
                <a:buFont typeface="Arial"/>
                <a:buChar char="•"/>
              </a:pPr>
              <a:r>
                <a:rPr lang="en-US" sz="1800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Nyutro Sans"/>
                  <a:sym typeface="Nyutro Sans"/>
                </a:rPr>
                <a:t>Lakše ažuriranje</a:t>
              </a:r>
            </a:p>
            <a:p>
              <a:pPr marL="269875" lvl="1" indent="-134938">
                <a:lnSpc>
                  <a:spcPct val="150000"/>
                </a:lnSpc>
                <a:buFont typeface="Arial"/>
                <a:buChar char="•"/>
              </a:pPr>
              <a:r>
                <a:rPr lang="en-US" sz="1800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Nyutro Sans"/>
                  <a:sym typeface="Nyutro Sans"/>
                </a:rPr>
                <a:t>Bolja preglednost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0793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4800" y="1200150"/>
            <a:ext cx="3443288" cy="2954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9875" lvl="1" indent="-134938">
              <a:lnSpc>
                <a:spcPct val="150000"/>
              </a:lnSpc>
              <a:buFont typeface="Arial"/>
              <a:buChar char="•"/>
            </a:pPr>
            <a:r>
              <a:rPr lang="en-US" sz="1600" b="1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Nyutro Sans Bold"/>
                <a:sym typeface="Nyutro Sans Bold"/>
              </a:rPr>
              <a:t>tableStretchColumns</a:t>
            </a:r>
            <a:r>
              <a:rPr lang="en-US" sz="16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Nyutro Sans"/>
                <a:sym typeface="Nyutro Sans"/>
              </a:rPr>
              <a:t>: Omogućava rastezanje određenih kolona.</a:t>
            </a:r>
          </a:p>
          <a:p>
            <a:pPr marL="269875" lvl="1" indent="-134938">
              <a:lnSpc>
                <a:spcPct val="150000"/>
              </a:lnSpc>
              <a:buFont typeface="Arial"/>
              <a:buChar char="•"/>
            </a:pPr>
            <a:r>
              <a:rPr lang="en-US" sz="1600" b="1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Nyutro Sans Bold"/>
                <a:sym typeface="Nyutro Sans Bold"/>
              </a:rPr>
              <a:t>tableShrinkColumns</a:t>
            </a:r>
            <a:r>
              <a:rPr lang="en-US" sz="16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Nyutro Sans"/>
                <a:sym typeface="Nyutro Sans"/>
              </a:rPr>
              <a:t>: Omogućava smanjenje određenih kolona.</a:t>
            </a:r>
          </a:p>
          <a:p>
            <a:pPr marL="269875" lvl="1" indent="-134938">
              <a:lnSpc>
                <a:spcPct val="150000"/>
              </a:lnSpc>
              <a:buFont typeface="Arial"/>
              <a:buChar char="•"/>
            </a:pPr>
            <a:r>
              <a:rPr lang="en-US" sz="1600" b="1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Nyutro Sans Bold"/>
                <a:sym typeface="Nyutro Sans Bold"/>
              </a:rPr>
              <a:t>layout_column</a:t>
            </a:r>
            <a:r>
              <a:rPr lang="en-US" sz="16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Nyutro Sans"/>
                <a:sym typeface="Nyutro Sans"/>
              </a:rPr>
              <a:t>: Definiše kojoj koloni pripada određeni element.</a:t>
            </a:r>
          </a:p>
          <a:p>
            <a:pPr marL="269875" lvl="1" indent="-134938">
              <a:lnSpc>
                <a:spcPct val="150000"/>
              </a:lnSpc>
              <a:buFont typeface="Arial"/>
              <a:buChar char="•"/>
            </a:pPr>
            <a:r>
              <a:rPr lang="en-US" sz="1600" b="1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Nyutro Sans Bold"/>
                <a:sym typeface="Nyutro Sans Bold"/>
              </a:rPr>
              <a:t>layout_span</a:t>
            </a:r>
            <a:r>
              <a:rPr lang="en-US" sz="16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Nyutro Sans"/>
                <a:sym typeface="Nyutro Sans"/>
              </a:rPr>
              <a:t>: Upravlja brojem kolona koje element zauzima.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33375" y="371475"/>
            <a:ext cx="3443288" cy="536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50"/>
              </a:lnSpc>
              <a:spcBef>
                <a:spcPct val="0"/>
              </a:spcBef>
            </a:pPr>
            <a:r>
              <a:rPr lang="en-US" sz="4500" b="1" spc="-45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Nyutro Sans Heavy"/>
                <a:sym typeface="Nyutro Sans Heavy"/>
              </a:rPr>
              <a:t>Atributi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4648200" y="333375"/>
            <a:ext cx="4162425" cy="4476750"/>
            <a:chOff x="0" y="0"/>
            <a:chExt cx="2576171" cy="27707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76172" cy="2770723"/>
            </a:xfrm>
            <a:custGeom>
              <a:avLst/>
              <a:gdLst/>
              <a:ahLst/>
              <a:cxnLst/>
              <a:rect l="l" t="t" r="r" b="b"/>
              <a:pathLst>
                <a:path w="2576172" h="2770723">
                  <a:moveTo>
                    <a:pt x="2088730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593050"/>
                  </a:lnTo>
                  <a:cubicBezTo>
                    <a:pt x="0" y="2691176"/>
                    <a:pt x="79547" y="2770723"/>
                    <a:pt x="177673" y="2770723"/>
                  </a:cubicBezTo>
                  <a:lnTo>
                    <a:pt x="2398500" y="2770723"/>
                  </a:lnTo>
                  <a:cubicBezTo>
                    <a:pt x="2496626" y="2770723"/>
                    <a:pt x="2576172" y="2691176"/>
                    <a:pt x="2576172" y="2593050"/>
                  </a:cubicBezTo>
                  <a:lnTo>
                    <a:pt x="2576172" y="523958"/>
                  </a:lnTo>
                  <a:cubicBezTo>
                    <a:pt x="2576172" y="480251"/>
                    <a:pt x="2560063" y="438079"/>
                    <a:pt x="2530924" y="405503"/>
                  </a:cubicBezTo>
                  <a:lnTo>
                    <a:pt x="2221146" y="59214"/>
                  </a:lnTo>
                  <a:cubicBezTo>
                    <a:pt x="2187442" y="21536"/>
                    <a:pt x="2139283" y="0"/>
                    <a:pt x="2088730" y="0"/>
                  </a:cubicBezTo>
                  <a:close/>
                </a:path>
              </a:pathLst>
            </a:custGeom>
            <a:blipFill>
              <a:blip r:embed="rId2"/>
              <a:stretch>
                <a:fillRect t="-258" b="-258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803616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48200" y="0"/>
            <a:ext cx="4495800" cy="5143500"/>
            <a:chOff x="0" y="0"/>
            <a:chExt cx="1393034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3034" cy="1593725"/>
            </a:xfrm>
            <a:custGeom>
              <a:avLst/>
              <a:gdLst/>
              <a:ahLst/>
              <a:cxnLst/>
              <a:rect l="l" t="t" r="r" b="b"/>
              <a:pathLst>
                <a:path w="1393034" h="1593725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378" b="-37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47663" y="361950"/>
            <a:ext cx="3429000" cy="1168896"/>
            <a:chOff x="0" y="76200"/>
            <a:chExt cx="9144000" cy="3117055"/>
          </a:xfrm>
        </p:grpSpPr>
        <p:sp>
          <p:nvSpPr>
            <p:cNvPr id="5" name="TextBox 5"/>
            <p:cNvSpPr txBox="1"/>
            <p:nvPr/>
          </p:nvSpPr>
          <p:spPr>
            <a:xfrm>
              <a:off x="0" y="76200"/>
              <a:ext cx="9144000" cy="1430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050"/>
                </a:lnSpc>
                <a:spcBef>
                  <a:spcPct val="0"/>
                </a:spcBef>
              </a:pPr>
              <a:r>
                <a:rPr lang="en-US" sz="4500" b="1" spc="-45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Nyutro Sans Heavy"/>
                  <a:sym typeface="Nyutro Sans Heavy"/>
                </a:rPr>
                <a:t>XML primer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962149"/>
              <a:ext cx="9144000" cy="12311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750"/>
                </a:lnSpc>
              </a:pPr>
              <a:r>
                <a:rPr lang="en-US" sz="1600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Nyutro Sans"/>
                  <a:sym typeface="Nyutro Sans"/>
                </a:rPr>
                <a:t>Kratak XML primer sa TableRow i TextView.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2484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48200" y="0"/>
            <a:ext cx="4495800" cy="5143500"/>
            <a:chOff x="0" y="0"/>
            <a:chExt cx="1393034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3034" cy="1593725"/>
            </a:xfrm>
            <a:custGeom>
              <a:avLst/>
              <a:gdLst/>
              <a:ahLst/>
              <a:cxnLst/>
              <a:rect l="l" t="t" r="r" b="b"/>
              <a:pathLst>
                <a:path w="1393034" h="1593725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378" b="-37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47663" y="361950"/>
            <a:ext cx="3429000" cy="1683246"/>
            <a:chOff x="0" y="76200"/>
            <a:chExt cx="9144000" cy="4488656"/>
          </a:xfrm>
        </p:grpSpPr>
        <p:sp>
          <p:nvSpPr>
            <p:cNvPr id="5" name="TextBox 5"/>
            <p:cNvSpPr txBox="1"/>
            <p:nvPr/>
          </p:nvSpPr>
          <p:spPr>
            <a:xfrm>
              <a:off x="0" y="76200"/>
              <a:ext cx="9144000" cy="28330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050"/>
                </a:lnSpc>
                <a:spcBef>
                  <a:spcPct val="0"/>
                </a:spcBef>
              </a:pPr>
              <a:r>
                <a:rPr lang="en-US" sz="4500" b="1" spc="-45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Nyutro Sans Heavy"/>
                  <a:sym typeface="Nyutro Sans Heavy"/>
                </a:rPr>
                <a:t>Pregled izgleda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333749"/>
              <a:ext cx="9144000" cy="12311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750"/>
                </a:lnSpc>
              </a:pPr>
              <a:r>
                <a:rPr lang="en-US" sz="1600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Nyutro Sans"/>
                  <a:sym typeface="Nyutro Sans"/>
                </a:rPr>
                <a:t>Kako elementi izgledaju u layout preview-u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7752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600" y="1352550"/>
            <a:ext cx="3443288" cy="3231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9875" lvl="1" indent="-134938">
              <a:lnSpc>
                <a:spcPct val="150000"/>
              </a:lnSpc>
              <a:buClr>
                <a:schemeClr val="bg1"/>
              </a:buClr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Nyutro Sans"/>
                <a:sym typeface="Nyutro Sans"/>
              </a:rPr>
              <a:t>Forme</a:t>
            </a:r>
          </a:p>
          <a:p>
            <a:pPr marL="269875" lvl="1" indent="-134938">
              <a:lnSpc>
                <a:spcPct val="150000"/>
              </a:lnSpc>
              <a:buClr>
                <a:schemeClr val="bg1"/>
              </a:buClr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Nyutro Sans"/>
                <a:sym typeface="Nyutro Sans"/>
              </a:rPr>
              <a:t>Rasporedi sa tabelarnim podacima</a:t>
            </a:r>
          </a:p>
          <a:p>
            <a:pPr marL="269875" lvl="1" indent="-134938">
              <a:lnSpc>
                <a:spcPct val="150000"/>
              </a:lnSpc>
              <a:buClr>
                <a:schemeClr val="bg1"/>
              </a:buClr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Nyutro Sans"/>
                <a:sym typeface="Nyutro Sans"/>
              </a:rPr>
              <a:t>Kontrolisani prikazi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33375" y="371475"/>
            <a:ext cx="3443288" cy="536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50"/>
              </a:lnSpc>
              <a:spcBef>
                <a:spcPct val="0"/>
              </a:spcBef>
            </a:pPr>
            <a:r>
              <a:rPr lang="en-US" sz="4500" b="1" spc="-45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Nyutro Sans Heavy"/>
                <a:sym typeface="Nyutro Sans Heavy"/>
              </a:rPr>
              <a:t>Kada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4648200" y="333375"/>
            <a:ext cx="4162425" cy="4476750"/>
            <a:chOff x="0" y="0"/>
            <a:chExt cx="2576171" cy="27707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76172" cy="2770723"/>
            </a:xfrm>
            <a:custGeom>
              <a:avLst/>
              <a:gdLst/>
              <a:ahLst/>
              <a:cxnLst/>
              <a:rect l="l" t="t" r="r" b="b"/>
              <a:pathLst>
                <a:path w="2576172" h="2770723">
                  <a:moveTo>
                    <a:pt x="2088730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593050"/>
                  </a:lnTo>
                  <a:cubicBezTo>
                    <a:pt x="0" y="2691176"/>
                    <a:pt x="79547" y="2770723"/>
                    <a:pt x="177673" y="2770723"/>
                  </a:cubicBezTo>
                  <a:lnTo>
                    <a:pt x="2398500" y="2770723"/>
                  </a:lnTo>
                  <a:cubicBezTo>
                    <a:pt x="2496626" y="2770723"/>
                    <a:pt x="2576172" y="2691176"/>
                    <a:pt x="2576172" y="2593050"/>
                  </a:cubicBezTo>
                  <a:lnTo>
                    <a:pt x="2576172" y="523958"/>
                  </a:lnTo>
                  <a:cubicBezTo>
                    <a:pt x="2576172" y="480251"/>
                    <a:pt x="2560063" y="438079"/>
                    <a:pt x="2530924" y="405503"/>
                  </a:cubicBezTo>
                  <a:lnTo>
                    <a:pt x="2221146" y="59214"/>
                  </a:lnTo>
                  <a:cubicBezTo>
                    <a:pt x="2187442" y="21536"/>
                    <a:pt x="2139283" y="0"/>
                    <a:pt x="2088730" y="0"/>
                  </a:cubicBezTo>
                  <a:close/>
                </a:path>
              </a:pathLst>
            </a:custGeom>
            <a:blipFill>
              <a:blip r:embed="rId2"/>
              <a:stretch>
                <a:fillRect t="-258" b="-258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495261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48200" y="0"/>
            <a:ext cx="4495800" cy="5143500"/>
            <a:chOff x="0" y="0"/>
            <a:chExt cx="1393034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3034" cy="1593725"/>
            </a:xfrm>
            <a:custGeom>
              <a:avLst/>
              <a:gdLst/>
              <a:ahLst/>
              <a:cxnLst/>
              <a:rect l="l" t="t" r="r" b="b"/>
              <a:pathLst>
                <a:path w="1393034" h="1593725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378" b="-37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47663" y="361950"/>
            <a:ext cx="3429000" cy="1914078"/>
            <a:chOff x="0" y="76200"/>
            <a:chExt cx="9144000" cy="5104208"/>
          </a:xfrm>
        </p:grpSpPr>
        <p:sp>
          <p:nvSpPr>
            <p:cNvPr id="5" name="TextBox 5"/>
            <p:cNvSpPr txBox="1"/>
            <p:nvPr/>
          </p:nvSpPr>
          <p:spPr>
            <a:xfrm>
              <a:off x="0" y="76200"/>
              <a:ext cx="9144000" cy="28330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050"/>
                </a:lnSpc>
                <a:spcBef>
                  <a:spcPct val="0"/>
                </a:spcBef>
              </a:pPr>
              <a:r>
                <a:rPr lang="en-US" sz="4500" b="1" spc="-45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Nyutro Sans Heavy"/>
                  <a:sym typeface="Nyutro Sans Heavy"/>
                </a:rPr>
                <a:t>Raspored aplikacija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333749"/>
              <a:ext cx="9144000" cy="1846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750"/>
                </a:lnSpc>
              </a:pPr>
              <a:r>
                <a:rPr lang="en-US" sz="2000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Nyutro Sans"/>
                  <a:sym typeface="Nyutro Sans"/>
                </a:rPr>
                <a:t>Svaka </a:t>
              </a:r>
              <a:r>
                <a:rPr lang="en-US" sz="2000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Nyutro Sans"/>
                  <a:sym typeface="Nyutro Sans"/>
                </a:rPr>
                <a:t>ćelija </a:t>
              </a:r>
              <a:r>
                <a:rPr lang="en-US" sz="2000" smtClean="0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Nyutro Sans"/>
                  <a:sym typeface="Nyutro Sans"/>
                </a:rPr>
                <a:t>predstavlja</a:t>
              </a:r>
            </a:p>
            <a:p>
              <a:pPr>
                <a:lnSpc>
                  <a:spcPts val="1750"/>
                </a:lnSpc>
              </a:pPr>
              <a:endParaRPr lang="en-US"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Nyutro Sans"/>
                <a:sym typeface="Nyutro Sans"/>
              </a:endParaRPr>
            </a:p>
            <a:p>
              <a:pPr>
                <a:lnSpc>
                  <a:spcPts val="1750"/>
                </a:lnSpc>
              </a:pPr>
              <a:r>
                <a:rPr lang="en-US" sz="2000" smtClean="0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Nyutro Sans"/>
                  <a:sym typeface="Nyutro Sans"/>
                </a:rPr>
                <a:t> </a:t>
              </a:r>
              <a:r>
                <a:rPr lang="en-US" sz="2000">
                  <a:solidFill>
                    <a:schemeClr val="bg1"/>
                  </a:solidFill>
                  <a:latin typeface="Roboto Medium" pitchFamily="2" charset="0"/>
                  <a:ea typeface="Roboto Medium" pitchFamily="2" charset="0"/>
                  <a:cs typeface="Nyutro Sans"/>
                  <a:sym typeface="Nyutro Sans"/>
                </a:rPr>
                <a:t>aplikaciju ili predmet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27719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55"/>
          <p:cNvSpPr txBox="1">
            <a:spLocks noGrp="1"/>
          </p:cNvSpPr>
          <p:nvPr>
            <p:ph type="title"/>
          </p:nvPr>
        </p:nvSpPr>
        <p:spPr>
          <a:xfrm>
            <a:off x="838200" y="666750"/>
            <a:ext cx="4033800" cy="245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smtClean="0">
                <a:latin typeface="Roboto Medium" pitchFamily="2" charset="0"/>
                <a:ea typeface="Roboto Medium" pitchFamily="2" charset="0"/>
              </a:rPr>
              <a:t>Pitanja?</a:t>
            </a:r>
            <a:br>
              <a:rPr lang="en" sz="4800" smtClean="0">
                <a:latin typeface="Roboto Medium" pitchFamily="2" charset="0"/>
                <a:ea typeface="Roboto Medium" pitchFamily="2" charset="0"/>
              </a:rPr>
            </a:br>
            <a:r>
              <a:rPr lang="en" sz="4800" smtClean="0">
                <a:latin typeface="Roboto Medium" pitchFamily="2" charset="0"/>
                <a:ea typeface="Roboto Medium" pitchFamily="2" charset="0"/>
              </a:rPr>
              <a:t>QA?</a:t>
            </a:r>
            <a:r>
              <a:rPr lang="en" sz="3200" smtClean="0">
                <a:latin typeface="Roboto Medium" pitchFamily="2" charset="0"/>
                <a:ea typeface="Roboto Medium" pitchFamily="2" charset="0"/>
              </a:rPr>
              <a:t/>
            </a:r>
            <a:br>
              <a:rPr lang="en" sz="3200" smtClean="0">
                <a:latin typeface="Roboto Medium" pitchFamily="2" charset="0"/>
                <a:ea typeface="Roboto Medium" pitchFamily="2" charset="0"/>
              </a:rPr>
            </a:br>
            <a:r>
              <a:rPr lang="en" sz="3200" smtClean="0">
                <a:latin typeface="Roboto Medium" pitchFamily="2" charset="0"/>
                <a:ea typeface="Roboto Medium" pitchFamily="2" charset="0"/>
              </a:rPr>
              <a:t/>
            </a:r>
            <a:br>
              <a:rPr lang="en" sz="3200" smtClean="0">
                <a:latin typeface="Roboto Medium" pitchFamily="2" charset="0"/>
                <a:ea typeface="Roboto Medium" pitchFamily="2" charset="0"/>
              </a:rPr>
            </a:br>
            <a:r>
              <a:rPr lang="en" sz="3200" smtClean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rPr>
              <a:t>dr@d96rsd.com d96rsd@gmail.com</a:t>
            </a:r>
            <a:endParaRPr sz="3200">
              <a:solidFill>
                <a:schemeClr val="bg1"/>
              </a:solidFill>
              <a:latin typeface="Roboto Medium" pitchFamily="2" charset="0"/>
              <a:ea typeface="Roboto Medium" pitchFamily="2" charset="0"/>
            </a:endParaRPr>
          </a:p>
        </p:txBody>
      </p:sp>
      <p:sp>
        <p:nvSpPr>
          <p:cNvPr id="3" name="Google Shape;396;p44"/>
          <p:cNvSpPr/>
          <p:nvPr/>
        </p:nvSpPr>
        <p:spPr>
          <a:xfrm rot="10800000" flipH="1">
            <a:off x="5099200" y="-1704575"/>
            <a:ext cx="3257700" cy="6528600"/>
          </a:xfrm>
          <a:prstGeom prst="roundRect">
            <a:avLst>
              <a:gd name="adj" fmla="val 50000"/>
            </a:avLst>
          </a:prstGeom>
          <a:solidFill>
            <a:srgbClr val="005E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4" name="Google Shape;397;p44" title="360_F_499081910_0vvaj1cTxVclFTbqdqtTdfTtZceukDTk.jpg"/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 l="26203" r="26198"/>
          <a:stretch/>
        </p:blipFill>
        <p:spPr>
          <a:xfrm>
            <a:off x="5273050" y="533838"/>
            <a:ext cx="2910000" cy="4075800"/>
          </a:xfrm>
          <a:prstGeom prst="roundRect">
            <a:avLst>
              <a:gd name="adj" fmla="val 50000"/>
            </a:avLst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bile Restaurant Marketing Plan by Slidesgo">
  <a:themeElements>
    <a:clrScheme name="Simple Light">
      <a:dk1>
        <a:srgbClr val="FF4719"/>
      </a:dk1>
      <a:lt1>
        <a:srgbClr val="FFFFFF"/>
      </a:lt1>
      <a:dk2>
        <a:srgbClr val="FFD93F"/>
      </a:dk2>
      <a:lt2>
        <a:srgbClr val="302242"/>
      </a:lt2>
      <a:accent1>
        <a:srgbClr val="FF4719"/>
      </a:accent1>
      <a:accent2>
        <a:srgbClr val="FFD93F"/>
      </a:accent2>
      <a:accent3>
        <a:srgbClr val="3D156F"/>
      </a:accent3>
      <a:accent4>
        <a:srgbClr val="FFFFFF"/>
      </a:accent4>
      <a:accent5>
        <a:srgbClr val="FF4719"/>
      </a:accent5>
      <a:accent6>
        <a:srgbClr val="FFD93F"/>
      </a:accent6>
      <a:hlink>
        <a:srgbClr val="35007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330</TotalTime>
  <Words>1730</Words>
  <Application>Microsoft Office PowerPoint</Application>
  <PresentationFormat>On-screen Show (16:9)</PresentationFormat>
  <Paragraphs>271</Paragraphs>
  <Slides>51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80" baseType="lpstr">
      <vt:lpstr>Arial</vt:lpstr>
      <vt:lpstr>Georgia Pro Light</vt:lpstr>
      <vt:lpstr>Carlito</vt:lpstr>
      <vt:lpstr>Codec Pro</vt:lpstr>
      <vt:lpstr>Nyutro Sans Heavy</vt:lpstr>
      <vt:lpstr>Codec Pro Ultra-Bold</vt:lpstr>
      <vt:lpstr>Livvic</vt:lpstr>
      <vt:lpstr>Roca Two</vt:lpstr>
      <vt:lpstr>Barlow Semi Condensed</vt:lpstr>
      <vt:lpstr>Gatwick Ultra-Bold</vt:lpstr>
      <vt:lpstr>DM Sans</vt:lpstr>
      <vt:lpstr>Be Vietnam</vt:lpstr>
      <vt:lpstr>Helvetica World</vt:lpstr>
      <vt:lpstr>Georgia Pro Condensed</vt:lpstr>
      <vt:lpstr>Codec Pro Bold</vt:lpstr>
      <vt:lpstr>DM Sans Bold</vt:lpstr>
      <vt:lpstr>Radley</vt:lpstr>
      <vt:lpstr>Telegraf</vt:lpstr>
      <vt:lpstr>Be Vietnam Ultra-Bold</vt:lpstr>
      <vt:lpstr>Wingdings</vt:lpstr>
      <vt:lpstr>Helvetica World Bold</vt:lpstr>
      <vt:lpstr>Roboto Condensed Light</vt:lpstr>
      <vt:lpstr>Staatliches</vt:lpstr>
      <vt:lpstr>Roboto Medium</vt:lpstr>
      <vt:lpstr>Albert Sans</vt:lpstr>
      <vt:lpstr>Nyutro Sans</vt:lpstr>
      <vt:lpstr>Nyutro Sans Bold</vt:lpstr>
      <vt:lpstr>Telegraf Bold</vt:lpstr>
      <vt:lpstr>Mobile Restaurant Marketing Plan by Slidesgo</vt:lpstr>
      <vt:lpstr>Android UI/UX  Tipovi interfejsa (layouts)</vt:lpstr>
      <vt:lpstr>Osnovni pojmovi layout sistema</vt:lpstr>
      <vt:lpstr>Android OS</vt:lpstr>
      <vt:lpstr>Android OS</vt:lpstr>
      <vt:lpstr>Istorija</vt:lpstr>
      <vt:lpstr>View i ViewGroup</vt:lpstr>
      <vt:lpstr>Render proces</vt:lpstr>
      <vt:lpstr>setContentView() Povezivanje layout-a sa Activity-jem  </vt:lpstr>
      <vt:lpstr>Merne jedinice Razumevanje dp, sp, px  </vt:lpstr>
      <vt:lpstr>Android Studio Preview Pregled alata za UI dizajn   </vt:lpstr>
      <vt:lpstr>Saveti za XML   </vt:lpstr>
      <vt:lpstr>PowerPoint Presentation</vt:lpstr>
      <vt:lpstr>PowerPoint Presentation</vt:lpstr>
      <vt:lpstr>PowerPoint Presentation</vt:lpstr>
      <vt:lpstr>PowerPoint Presentation</vt:lpstr>
      <vt:lpstr>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Pitanja? QA?  dr@d96rsd.com d96rsd@gmail.com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RESTAURANT MARKETING PLAN</dc:title>
  <dc:creator>D</dc:creator>
  <cp:lastModifiedBy>D</cp:lastModifiedBy>
  <cp:revision>21</cp:revision>
  <dcterms:modified xsi:type="dcterms:W3CDTF">2025-11-07T10:15:51Z</dcterms:modified>
</cp:coreProperties>
</file>